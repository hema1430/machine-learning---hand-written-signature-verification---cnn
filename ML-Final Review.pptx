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60" r:id="rId4"/>
    <p:sldId id="258" r:id="rId5"/>
    <p:sldId id="259" r:id="rId6"/>
    <p:sldId id="277" r:id="rId7"/>
    <p:sldId id="261" r:id="rId8"/>
    <p:sldId id="276" r:id="rId9"/>
    <p:sldId id="278" r:id="rId10"/>
    <p:sldId id="263" r:id="rId11"/>
    <p:sldId id="264" r:id="rId12"/>
    <p:sldId id="265" r:id="rId13"/>
    <p:sldId id="279" r:id="rId14"/>
    <p:sldId id="267" r:id="rId15"/>
    <p:sldId id="280" r:id="rId16"/>
    <p:sldId id="275" r:id="rId17"/>
    <p:sldId id="270" r:id="rId18"/>
    <p:sldId id="271"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FD14EB-52B5-4614-BE22-15CC6EBA04F9}" v="80" dt="2023-05-03T09:42:25.363"/>
    <p1510:client id="{22B22CCA-3B83-4D19-88BE-09BBE80F02B5}" v="295" dt="2023-05-03T21:42:37.761"/>
    <p1510:client id="{8DED560C-2898-40DB-AEBE-90BB0F40A4E9}" v="2977" dt="2023-05-03T09:30:46.373"/>
    <p1510:client id="{C0A44A97-161A-4002-95D3-0CF7AE23B591}" v="59" dt="2023-05-04T00:35:17.5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 Varshini Danda" userId="bfe2217cb4a641f6" providerId="Windows Live" clId="Web-{8DED560C-2898-40DB-AEBE-90BB0F40A4E9}"/>
    <pc:docChg chg="addSld delSld modSld sldOrd addMainMaster delMainMaster">
      <pc:chgData name="Hema Varshini Danda" userId="bfe2217cb4a641f6" providerId="Windows Live" clId="Web-{8DED560C-2898-40DB-AEBE-90BB0F40A4E9}" dt="2023-05-03T09:30:46.373" v="3009" actId="1076"/>
      <pc:docMkLst>
        <pc:docMk/>
      </pc:docMkLst>
      <pc:sldChg chg="addSp delSp modSp mod setBg modClrScheme setClrOvrMap chgLayout">
        <pc:chgData name="Hema Varshini Danda" userId="bfe2217cb4a641f6" providerId="Windows Live" clId="Web-{8DED560C-2898-40DB-AEBE-90BB0F40A4E9}" dt="2023-05-03T08:31:57.366" v="226" actId="20577"/>
        <pc:sldMkLst>
          <pc:docMk/>
          <pc:sldMk cId="109857222" sldId="256"/>
        </pc:sldMkLst>
        <pc:spChg chg="mod">
          <ac:chgData name="Hema Varshini Danda" userId="bfe2217cb4a641f6" providerId="Windows Live" clId="Web-{8DED560C-2898-40DB-AEBE-90BB0F40A4E9}" dt="2023-05-03T08:31:57.366" v="226" actId="20577"/>
          <ac:spMkLst>
            <pc:docMk/>
            <pc:sldMk cId="109857222" sldId="256"/>
            <ac:spMk id="2" creationId="{00000000-0000-0000-0000-000000000000}"/>
          </ac:spMkLst>
        </pc:spChg>
        <pc:spChg chg="mod">
          <ac:chgData name="Hema Varshini Danda" userId="bfe2217cb4a641f6" providerId="Windows Live" clId="Web-{8DED560C-2898-40DB-AEBE-90BB0F40A4E9}" dt="2023-05-03T08:31:56.397" v="223" actId="20577"/>
          <ac:spMkLst>
            <pc:docMk/>
            <pc:sldMk cId="109857222" sldId="256"/>
            <ac:spMk id="3" creationId="{00000000-0000-0000-0000-000000000000}"/>
          </ac:spMkLst>
        </pc:spChg>
        <pc:spChg chg="add del mod">
          <ac:chgData name="Hema Varshini Danda" userId="bfe2217cb4a641f6" providerId="Windows Live" clId="Web-{8DED560C-2898-40DB-AEBE-90BB0F40A4E9}" dt="2023-05-03T08:20:52.353" v="6"/>
          <ac:spMkLst>
            <pc:docMk/>
            <pc:sldMk cId="109857222" sldId="256"/>
            <ac:spMk id="5" creationId="{B7E74FB3-3560-62D7-0AD7-9C8904D09EEA}"/>
          </ac:spMkLst>
        </pc:spChg>
        <pc:spChg chg="add del">
          <ac:chgData name="Hema Varshini Danda" userId="bfe2217cb4a641f6" providerId="Windows Live" clId="Web-{8DED560C-2898-40DB-AEBE-90BB0F40A4E9}" dt="2023-05-03T08:23:17.065" v="16"/>
          <ac:spMkLst>
            <pc:docMk/>
            <pc:sldMk cId="109857222" sldId="256"/>
            <ac:spMk id="12" creationId="{0671A8AE-40A1-4631-A6B8-581AFF065482}"/>
          </ac:spMkLst>
        </pc:spChg>
        <pc:spChg chg="add del">
          <ac:chgData name="Hema Varshini Danda" userId="bfe2217cb4a641f6" providerId="Windows Live" clId="Web-{8DED560C-2898-40DB-AEBE-90BB0F40A4E9}" dt="2023-05-03T08:23:17.065" v="16"/>
          <ac:spMkLst>
            <pc:docMk/>
            <pc:sldMk cId="109857222" sldId="256"/>
            <ac:spMk id="14" creationId="{AB58EF07-17C2-48CF-ABB0-EEF1F17CB8F0}"/>
          </ac:spMkLst>
        </pc:spChg>
        <pc:spChg chg="add del">
          <ac:chgData name="Hema Varshini Danda" userId="bfe2217cb4a641f6" providerId="Windows Live" clId="Web-{8DED560C-2898-40DB-AEBE-90BB0F40A4E9}" dt="2023-05-03T08:23:17.065" v="16"/>
          <ac:spMkLst>
            <pc:docMk/>
            <pc:sldMk cId="109857222" sldId="256"/>
            <ac:spMk id="16" creationId="{AF2F604E-43BE-4DC3-B983-E071523364F8}"/>
          </ac:spMkLst>
        </pc:spChg>
        <pc:spChg chg="add del">
          <ac:chgData name="Hema Varshini Danda" userId="bfe2217cb4a641f6" providerId="Windows Live" clId="Web-{8DED560C-2898-40DB-AEBE-90BB0F40A4E9}" dt="2023-05-03T08:23:17.065" v="16"/>
          <ac:spMkLst>
            <pc:docMk/>
            <pc:sldMk cId="109857222" sldId="256"/>
            <ac:spMk id="18" creationId="{08C9B587-E65E-4B52-B37C-ABEBB6E87928}"/>
          </ac:spMkLst>
        </pc:spChg>
        <pc:spChg chg="add mod">
          <ac:chgData name="Hema Varshini Danda" userId="bfe2217cb4a641f6" providerId="Windows Live" clId="Web-{8DED560C-2898-40DB-AEBE-90BB0F40A4E9}" dt="2023-05-03T08:26:51.542" v="110" actId="20577"/>
          <ac:spMkLst>
            <pc:docMk/>
            <pc:sldMk cId="109857222" sldId="256"/>
            <ac:spMk id="23" creationId="{85CB65D0-496F-4797-A015-C85839E35D1A}"/>
          </ac:spMkLst>
        </pc:spChg>
        <pc:spChg chg="add mod">
          <ac:chgData name="Hema Varshini Danda" userId="bfe2217cb4a641f6" providerId="Windows Live" clId="Web-{8DED560C-2898-40DB-AEBE-90BB0F40A4E9}" dt="2023-05-03T08:26:51.542" v="111" actId="20577"/>
          <ac:spMkLst>
            <pc:docMk/>
            <pc:sldMk cId="109857222" sldId="256"/>
            <ac:spMk id="25" creationId="{95D2C779-8883-4E5F-A170-0F464918C1B7}"/>
          </ac:spMkLst>
        </pc:spChg>
        <pc:picChg chg="add del mod">
          <ac:chgData name="Hema Varshini Danda" userId="bfe2217cb4a641f6" providerId="Windows Live" clId="Web-{8DED560C-2898-40DB-AEBE-90BB0F40A4E9}" dt="2023-05-03T08:20:52.353" v="7"/>
          <ac:picMkLst>
            <pc:docMk/>
            <pc:sldMk cId="109857222" sldId="256"/>
            <ac:picMk id="4" creationId="{859BE4BD-F358-FD6F-58BB-877CF2903A8D}"/>
          </ac:picMkLst>
        </pc:picChg>
        <pc:picChg chg="add mod ord">
          <ac:chgData name="Hema Varshini Danda" userId="bfe2217cb4a641f6" providerId="Windows Live" clId="Web-{8DED560C-2898-40DB-AEBE-90BB0F40A4E9}" dt="2023-05-03T08:27:39.778" v="118" actId="1076"/>
          <ac:picMkLst>
            <pc:docMk/>
            <pc:sldMk cId="109857222" sldId="256"/>
            <ac:picMk id="7" creationId="{A9162E7B-ED7F-42DF-8310-24910CCD558D}"/>
          </ac:picMkLst>
        </pc:picChg>
        <pc:cxnChg chg="add">
          <ac:chgData name="Hema Varshini Danda" userId="bfe2217cb4a641f6" providerId="Windows Live" clId="Web-{8DED560C-2898-40DB-AEBE-90BB0F40A4E9}" dt="2023-05-03T08:23:17.065" v="16"/>
          <ac:cxnSpMkLst>
            <pc:docMk/>
            <pc:sldMk cId="109857222" sldId="256"/>
            <ac:cxnSpMk id="27" creationId="{BD96A694-258D-4418-A83C-B9BA72FD44B8}"/>
          </ac:cxnSpMkLst>
        </pc:cxnChg>
      </pc:sldChg>
      <pc:sldChg chg="addSp delSp modSp add replId">
        <pc:chgData name="Hema Varshini Danda" userId="bfe2217cb4a641f6" providerId="Windows Live" clId="Web-{8DED560C-2898-40DB-AEBE-90BB0F40A4E9}" dt="2023-05-03T08:35:11.108" v="296" actId="14100"/>
        <pc:sldMkLst>
          <pc:docMk/>
          <pc:sldMk cId="1720751822" sldId="257"/>
        </pc:sldMkLst>
        <pc:spChg chg="mod">
          <ac:chgData name="Hema Varshini Danda" userId="bfe2217cb4a641f6" providerId="Windows Live" clId="Web-{8DED560C-2898-40DB-AEBE-90BB0F40A4E9}" dt="2023-05-03T08:35:06.717" v="295" actId="14100"/>
          <ac:spMkLst>
            <pc:docMk/>
            <pc:sldMk cId="1720751822" sldId="257"/>
            <ac:spMk id="2" creationId="{00000000-0000-0000-0000-000000000000}"/>
          </ac:spMkLst>
        </pc:spChg>
        <pc:spChg chg="mod">
          <ac:chgData name="Hema Varshini Danda" userId="bfe2217cb4a641f6" providerId="Windows Live" clId="Web-{8DED560C-2898-40DB-AEBE-90BB0F40A4E9}" dt="2023-05-03T08:35:11.108" v="296" actId="14100"/>
          <ac:spMkLst>
            <pc:docMk/>
            <pc:sldMk cId="1720751822" sldId="257"/>
            <ac:spMk id="3" creationId="{00000000-0000-0000-0000-000000000000}"/>
          </ac:spMkLst>
        </pc:spChg>
        <pc:spChg chg="del">
          <ac:chgData name="Hema Varshini Danda" userId="bfe2217cb4a641f6" providerId="Windows Live" clId="Web-{8DED560C-2898-40DB-AEBE-90BB0F40A4E9}" dt="2023-05-03T08:32:50.134" v="240"/>
          <ac:spMkLst>
            <pc:docMk/>
            <pc:sldMk cId="1720751822" sldId="257"/>
            <ac:spMk id="23" creationId="{85CB65D0-496F-4797-A015-C85839E35D1A}"/>
          </ac:spMkLst>
        </pc:spChg>
        <pc:spChg chg="del">
          <ac:chgData name="Hema Varshini Danda" userId="bfe2217cb4a641f6" providerId="Windows Live" clId="Web-{8DED560C-2898-40DB-AEBE-90BB0F40A4E9}" dt="2023-05-03T08:32:50.134" v="240"/>
          <ac:spMkLst>
            <pc:docMk/>
            <pc:sldMk cId="1720751822" sldId="257"/>
            <ac:spMk id="25" creationId="{95D2C779-8883-4E5F-A170-0F464918C1B7}"/>
          </ac:spMkLst>
        </pc:spChg>
        <pc:spChg chg="add">
          <ac:chgData name="Hema Varshini Danda" userId="bfe2217cb4a641f6" providerId="Windows Live" clId="Web-{8DED560C-2898-40DB-AEBE-90BB0F40A4E9}" dt="2023-05-03T08:32:50.134" v="240"/>
          <ac:spMkLst>
            <pc:docMk/>
            <pc:sldMk cId="1720751822" sldId="257"/>
            <ac:spMk id="32" creationId="{33E93247-6229-44AB-A550-739E971E690B}"/>
          </ac:spMkLst>
        </pc:spChg>
        <pc:spChg chg="add">
          <ac:chgData name="Hema Varshini Danda" userId="bfe2217cb4a641f6" providerId="Windows Live" clId="Web-{8DED560C-2898-40DB-AEBE-90BB0F40A4E9}" dt="2023-05-03T08:32:50.134" v="240"/>
          <ac:spMkLst>
            <pc:docMk/>
            <pc:sldMk cId="1720751822" sldId="257"/>
            <ac:spMk id="34" creationId="{6BB6B482-ACCA-4938-8AEA-49D525C17221}"/>
          </ac:spMkLst>
        </pc:spChg>
        <pc:picChg chg="mod">
          <ac:chgData name="Hema Varshini Danda" userId="bfe2217cb4a641f6" providerId="Windows Live" clId="Web-{8DED560C-2898-40DB-AEBE-90BB0F40A4E9}" dt="2023-05-03T08:32:50.134" v="240"/>
          <ac:picMkLst>
            <pc:docMk/>
            <pc:sldMk cId="1720751822" sldId="257"/>
            <ac:picMk id="7" creationId="{A9162E7B-ED7F-42DF-8310-24910CCD558D}"/>
          </ac:picMkLst>
        </pc:picChg>
        <pc:cxnChg chg="del">
          <ac:chgData name="Hema Varshini Danda" userId="bfe2217cb4a641f6" providerId="Windows Live" clId="Web-{8DED560C-2898-40DB-AEBE-90BB0F40A4E9}" dt="2023-05-03T08:32:50.134" v="240"/>
          <ac:cxnSpMkLst>
            <pc:docMk/>
            <pc:sldMk cId="1720751822" sldId="257"/>
            <ac:cxnSpMk id="27" creationId="{BD96A694-258D-4418-A83C-B9BA72FD44B8}"/>
          </ac:cxnSpMkLst>
        </pc:cxnChg>
        <pc:cxnChg chg="add">
          <ac:chgData name="Hema Varshini Danda" userId="bfe2217cb4a641f6" providerId="Windows Live" clId="Web-{8DED560C-2898-40DB-AEBE-90BB0F40A4E9}" dt="2023-05-03T08:32:50.134" v="240"/>
          <ac:cxnSpMkLst>
            <pc:docMk/>
            <pc:sldMk cId="1720751822" sldId="257"/>
            <ac:cxnSpMk id="36" creationId="{EE2E603F-4A95-4FE8-BB06-211DFD75DBEF}"/>
          </ac:cxnSpMkLst>
        </pc:cxnChg>
      </pc:sldChg>
      <pc:sldChg chg="new del">
        <pc:chgData name="Hema Varshini Danda" userId="bfe2217cb4a641f6" providerId="Windows Live" clId="Web-{8DED560C-2898-40DB-AEBE-90BB0F40A4E9}" dt="2023-05-03T08:28:13.623" v="124"/>
        <pc:sldMkLst>
          <pc:docMk/>
          <pc:sldMk cId="2767539344" sldId="257"/>
        </pc:sldMkLst>
      </pc:sldChg>
      <pc:sldChg chg="modSp add replId">
        <pc:chgData name="Hema Varshini Danda" userId="bfe2217cb4a641f6" providerId="Windows Live" clId="Web-{8DED560C-2898-40DB-AEBE-90BB0F40A4E9}" dt="2023-05-03T08:40:34.964" v="494" actId="20577"/>
        <pc:sldMkLst>
          <pc:docMk/>
          <pc:sldMk cId="2976185017" sldId="258"/>
        </pc:sldMkLst>
        <pc:spChg chg="mod">
          <ac:chgData name="Hema Varshini Danda" userId="bfe2217cb4a641f6" providerId="Windows Live" clId="Web-{8DED560C-2898-40DB-AEBE-90BB0F40A4E9}" dt="2023-05-03T08:35:39.234" v="305" actId="14100"/>
          <ac:spMkLst>
            <pc:docMk/>
            <pc:sldMk cId="2976185017" sldId="258"/>
            <ac:spMk id="2" creationId="{00000000-0000-0000-0000-000000000000}"/>
          </ac:spMkLst>
        </pc:spChg>
        <pc:spChg chg="mod">
          <ac:chgData name="Hema Varshini Danda" userId="bfe2217cb4a641f6" providerId="Windows Live" clId="Web-{8DED560C-2898-40DB-AEBE-90BB0F40A4E9}" dt="2023-05-03T08:40:34.964" v="494" actId="20577"/>
          <ac:spMkLst>
            <pc:docMk/>
            <pc:sldMk cId="2976185017" sldId="258"/>
            <ac:spMk id="3" creationId="{00000000-0000-0000-0000-000000000000}"/>
          </ac:spMkLst>
        </pc:spChg>
      </pc:sldChg>
      <pc:sldChg chg="modSp add ord replId">
        <pc:chgData name="Hema Varshini Danda" userId="bfe2217cb4a641f6" providerId="Windows Live" clId="Web-{8DED560C-2898-40DB-AEBE-90BB0F40A4E9}" dt="2023-05-03T08:52:49.716" v="1234"/>
        <pc:sldMkLst>
          <pc:docMk/>
          <pc:sldMk cId="4067715272" sldId="259"/>
        </pc:sldMkLst>
        <pc:spChg chg="mod">
          <ac:chgData name="Hema Varshini Danda" userId="bfe2217cb4a641f6" providerId="Windows Live" clId="Web-{8DED560C-2898-40DB-AEBE-90BB0F40A4E9}" dt="2023-05-03T08:46:57.947" v="783" actId="14100"/>
          <ac:spMkLst>
            <pc:docMk/>
            <pc:sldMk cId="4067715272" sldId="259"/>
            <ac:spMk id="2" creationId="{00000000-0000-0000-0000-000000000000}"/>
          </ac:spMkLst>
        </pc:spChg>
        <pc:spChg chg="mod">
          <ac:chgData name="Hema Varshini Danda" userId="bfe2217cb4a641f6" providerId="Windows Live" clId="Web-{8DED560C-2898-40DB-AEBE-90BB0F40A4E9}" dt="2023-05-03T08:52:36.888" v="1233" actId="20577"/>
          <ac:spMkLst>
            <pc:docMk/>
            <pc:sldMk cId="4067715272" sldId="259"/>
            <ac:spMk id="3" creationId="{00000000-0000-0000-0000-000000000000}"/>
          </ac:spMkLst>
        </pc:spChg>
      </pc:sldChg>
      <pc:sldChg chg="modSp add replId">
        <pc:chgData name="Hema Varshini Danda" userId="bfe2217cb4a641f6" providerId="Windows Live" clId="Web-{8DED560C-2898-40DB-AEBE-90BB0F40A4E9}" dt="2023-05-03T08:57:27.072" v="1505" actId="14100"/>
        <pc:sldMkLst>
          <pc:docMk/>
          <pc:sldMk cId="1992288722" sldId="260"/>
        </pc:sldMkLst>
        <pc:spChg chg="mod">
          <ac:chgData name="Hema Varshini Danda" userId="bfe2217cb4a641f6" providerId="Windows Live" clId="Web-{8DED560C-2898-40DB-AEBE-90BB0F40A4E9}" dt="2023-05-03T08:57:27.072" v="1505" actId="14100"/>
          <ac:spMkLst>
            <pc:docMk/>
            <pc:sldMk cId="1992288722" sldId="260"/>
            <ac:spMk id="2" creationId="{00000000-0000-0000-0000-000000000000}"/>
          </ac:spMkLst>
        </pc:spChg>
        <pc:spChg chg="mod">
          <ac:chgData name="Hema Varshini Danda" userId="bfe2217cb4a641f6" providerId="Windows Live" clId="Web-{8DED560C-2898-40DB-AEBE-90BB0F40A4E9}" dt="2023-05-03T08:57:09.836" v="1495" actId="20577"/>
          <ac:spMkLst>
            <pc:docMk/>
            <pc:sldMk cId="1992288722" sldId="260"/>
            <ac:spMk id="3" creationId="{00000000-0000-0000-0000-000000000000}"/>
          </ac:spMkLst>
        </pc:spChg>
      </pc:sldChg>
      <pc:sldChg chg="add del replId">
        <pc:chgData name="Hema Varshini Danda" userId="bfe2217cb4a641f6" providerId="Windows Live" clId="Web-{8DED560C-2898-40DB-AEBE-90BB0F40A4E9}" dt="2023-05-03T08:46:35.743" v="776"/>
        <pc:sldMkLst>
          <pc:docMk/>
          <pc:sldMk cId="3226057109" sldId="260"/>
        </pc:sldMkLst>
      </pc:sldChg>
      <pc:sldChg chg="modSp add replId">
        <pc:chgData name="Hema Varshini Danda" userId="bfe2217cb4a641f6" providerId="Windows Live" clId="Web-{8DED560C-2898-40DB-AEBE-90BB0F40A4E9}" dt="2023-05-03T09:03:41.320" v="1802" actId="20577"/>
        <pc:sldMkLst>
          <pc:docMk/>
          <pc:sldMk cId="2022913609" sldId="261"/>
        </pc:sldMkLst>
        <pc:spChg chg="mod">
          <ac:chgData name="Hema Varshini Danda" userId="bfe2217cb4a641f6" providerId="Windows Live" clId="Web-{8DED560C-2898-40DB-AEBE-90BB0F40A4E9}" dt="2023-05-03T08:58:08.323" v="1520" actId="14100"/>
          <ac:spMkLst>
            <pc:docMk/>
            <pc:sldMk cId="2022913609" sldId="261"/>
            <ac:spMk id="2" creationId="{00000000-0000-0000-0000-000000000000}"/>
          </ac:spMkLst>
        </pc:spChg>
        <pc:spChg chg="mod">
          <ac:chgData name="Hema Varshini Danda" userId="bfe2217cb4a641f6" providerId="Windows Live" clId="Web-{8DED560C-2898-40DB-AEBE-90BB0F40A4E9}" dt="2023-05-03T09:03:41.320" v="1802" actId="20577"/>
          <ac:spMkLst>
            <pc:docMk/>
            <pc:sldMk cId="2022913609" sldId="261"/>
            <ac:spMk id="3" creationId="{00000000-0000-0000-0000-000000000000}"/>
          </ac:spMkLst>
        </pc:spChg>
      </pc:sldChg>
      <pc:sldChg chg="add del replId">
        <pc:chgData name="Hema Varshini Danda" userId="bfe2217cb4a641f6" providerId="Windows Live" clId="Web-{8DED560C-2898-40DB-AEBE-90BB0F40A4E9}" dt="2023-05-03T08:52:35.059" v="1009"/>
        <pc:sldMkLst>
          <pc:docMk/>
          <pc:sldMk cId="3557955240" sldId="261"/>
        </pc:sldMkLst>
      </pc:sldChg>
      <pc:sldChg chg="new del">
        <pc:chgData name="Hema Varshini Danda" userId="bfe2217cb4a641f6" providerId="Windows Live" clId="Web-{8DED560C-2898-40DB-AEBE-90BB0F40A4E9}" dt="2023-05-03T09:04:04.118" v="1805"/>
        <pc:sldMkLst>
          <pc:docMk/>
          <pc:sldMk cId="1032115548" sldId="262"/>
        </pc:sldMkLst>
      </pc:sldChg>
      <pc:sldChg chg="modSp add replId">
        <pc:chgData name="Hema Varshini Danda" userId="bfe2217cb4a641f6" providerId="Windows Live" clId="Web-{8DED560C-2898-40DB-AEBE-90BB0F40A4E9}" dt="2023-05-03T09:30:46.373" v="3009" actId="1076"/>
        <pc:sldMkLst>
          <pc:docMk/>
          <pc:sldMk cId="2385708114" sldId="263"/>
        </pc:sldMkLst>
        <pc:spChg chg="mod">
          <ac:chgData name="Hema Varshini Danda" userId="bfe2217cb4a641f6" providerId="Windows Live" clId="Web-{8DED560C-2898-40DB-AEBE-90BB0F40A4E9}" dt="2023-05-03T09:05:51.278" v="1827" actId="20577"/>
          <ac:spMkLst>
            <pc:docMk/>
            <pc:sldMk cId="2385708114" sldId="263"/>
            <ac:spMk id="2" creationId="{00000000-0000-0000-0000-000000000000}"/>
          </ac:spMkLst>
        </pc:spChg>
        <pc:spChg chg="mod">
          <ac:chgData name="Hema Varshini Danda" userId="bfe2217cb4a641f6" providerId="Windows Live" clId="Web-{8DED560C-2898-40DB-AEBE-90BB0F40A4E9}" dt="2023-05-03T09:30:46.373" v="3009" actId="1076"/>
          <ac:spMkLst>
            <pc:docMk/>
            <pc:sldMk cId="2385708114" sldId="263"/>
            <ac:spMk id="3" creationId="{00000000-0000-0000-0000-000000000000}"/>
          </ac:spMkLst>
        </pc:spChg>
      </pc:sldChg>
      <pc:sldChg chg="modSp add replId">
        <pc:chgData name="Hema Varshini Danda" userId="bfe2217cb4a641f6" providerId="Windows Live" clId="Web-{8DED560C-2898-40DB-AEBE-90BB0F40A4E9}" dt="2023-05-03T09:26:31.701" v="2751" actId="14100"/>
        <pc:sldMkLst>
          <pc:docMk/>
          <pc:sldMk cId="2810557194" sldId="264"/>
        </pc:sldMkLst>
        <pc:spChg chg="mod">
          <ac:chgData name="Hema Varshini Danda" userId="bfe2217cb4a641f6" providerId="Windows Live" clId="Web-{8DED560C-2898-40DB-AEBE-90BB0F40A4E9}" dt="2023-05-03T09:06:08.326" v="1835" actId="20577"/>
          <ac:spMkLst>
            <pc:docMk/>
            <pc:sldMk cId="2810557194" sldId="264"/>
            <ac:spMk id="2" creationId="{00000000-0000-0000-0000-000000000000}"/>
          </ac:spMkLst>
        </pc:spChg>
        <pc:spChg chg="mod">
          <ac:chgData name="Hema Varshini Danda" userId="bfe2217cb4a641f6" providerId="Windows Live" clId="Web-{8DED560C-2898-40DB-AEBE-90BB0F40A4E9}" dt="2023-05-03T09:26:31.701" v="2751" actId="14100"/>
          <ac:spMkLst>
            <pc:docMk/>
            <pc:sldMk cId="2810557194" sldId="264"/>
            <ac:spMk id="3" creationId="{00000000-0000-0000-0000-000000000000}"/>
          </ac:spMkLst>
        </pc:spChg>
      </pc:sldChg>
      <pc:sldChg chg="modSp add replId">
        <pc:chgData name="Hema Varshini Danda" userId="bfe2217cb4a641f6" providerId="Windows Live" clId="Web-{8DED560C-2898-40DB-AEBE-90BB0F40A4E9}" dt="2023-05-03T09:23:11.756" v="2592" actId="14100"/>
        <pc:sldMkLst>
          <pc:docMk/>
          <pc:sldMk cId="2593924245" sldId="265"/>
        </pc:sldMkLst>
        <pc:spChg chg="mod">
          <ac:chgData name="Hema Varshini Danda" userId="bfe2217cb4a641f6" providerId="Windows Live" clId="Web-{8DED560C-2898-40DB-AEBE-90BB0F40A4E9}" dt="2023-05-03T09:06:19.342" v="1838" actId="20577"/>
          <ac:spMkLst>
            <pc:docMk/>
            <pc:sldMk cId="2593924245" sldId="265"/>
            <ac:spMk id="2" creationId="{00000000-0000-0000-0000-000000000000}"/>
          </ac:spMkLst>
        </pc:spChg>
        <pc:spChg chg="mod">
          <ac:chgData name="Hema Varshini Danda" userId="bfe2217cb4a641f6" providerId="Windows Live" clId="Web-{8DED560C-2898-40DB-AEBE-90BB0F40A4E9}" dt="2023-05-03T09:23:11.756" v="2592" actId="14100"/>
          <ac:spMkLst>
            <pc:docMk/>
            <pc:sldMk cId="2593924245" sldId="265"/>
            <ac:spMk id="3" creationId="{00000000-0000-0000-0000-000000000000}"/>
          </ac:spMkLst>
        </pc:spChg>
      </pc:sldChg>
      <pc:sldChg chg="modSp add replId">
        <pc:chgData name="Hema Varshini Danda" userId="bfe2217cb4a641f6" providerId="Windows Live" clId="Web-{8DED560C-2898-40DB-AEBE-90BB0F40A4E9}" dt="2023-05-03T09:06:25.327" v="1839" actId="20577"/>
        <pc:sldMkLst>
          <pc:docMk/>
          <pc:sldMk cId="518114827" sldId="266"/>
        </pc:sldMkLst>
        <pc:spChg chg="mod">
          <ac:chgData name="Hema Varshini Danda" userId="bfe2217cb4a641f6" providerId="Windows Live" clId="Web-{8DED560C-2898-40DB-AEBE-90BB0F40A4E9}" dt="2023-05-03T09:06:25.327" v="1839" actId="20577"/>
          <ac:spMkLst>
            <pc:docMk/>
            <pc:sldMk cId="518114827" sldId="266"/>
            <ac:spMk id="3" creationId="{00000000-0000-0000-0000-000000000000}"/>
          </ac:spMkLst>
        </pc:spChg>
      </pc:sldChg>
      <pc:sldChg chg="modSp add replId">
        <pc:chgData name="Hema Varshini Danda" userId="bfe2217cb4a641f6" providerId="Windows Live" clId="Web-{8DED560C-2898-40DB-AEBE-90BB0F40A4E9}" dt="2023-05-03T09:06:48.140" v="1846" actId="20577"/>
        <pc:sldMkLst>
          <pc:docMk/>
          <pc:sldMk cId="898129261" sldId="267"/>
        </pc:sldMkLst>
        <pc:spChg chg="mod">
          <ac:chgData name="Hema Varshini Danda" userId="bfe2217cb4a641f6" providerId="Windows Live" clId="Web-{8DED560C-2898-40DB-AEBE-90BB0F40A4E9}" dt="2023-05-03T09:06:42.859" v="1845" actId="20577"/>
          <ac:spMkLst>
            <pc:docMk/>
            <pc:sldMk cId="898129261" sldId="267"/>
            <ac:spMk id="2" creationId="{00000000-0000-0000-0000-000000000000}"/>
          </ac:spMkLst>
        </pc:spChg>
        <pc:spChg chg="mod">
          <ac:chgData name="Hema Varshini Danda" userId="bfe2217cb4a641f6" providerId="Windows Live" clId="Web-{8DED560C-2898-40DB-AEBE-90BB0F40A4E9}" dt="2023-05-03T09:06:48.140" v="1846" actId="20577"/>
          <ac:spMkLst>
            <pc:docMk/>
            <pc:sldMk cId="898129261" sldId="267"/>
            <ac:spMk id="3" creationId="{00000000-0000-0000-0000-000000000000}"/>
          </ac:spMkLst>
        </pc:spChg>
      </pc:sldChg>
      <pc:sldChg chg="modSp add replId">
        <pc:chgData name="Hema Varshini Danda" userId="bfe2217cb4a641f6" providerId="Windows Live" clId="Web-{8DED560C-2898-40DB-AEBE-90BB0F40A4E9}" dt="2023-05-03T09:06:59.234" v="1848" actId="20577"/>
        <pc:sldMkLst>
          <pc:docMk/>
          <pc:sldMk cId="2111076868" sldId="268"/>
        </pc:sldMkLst>
        <pc:spChg chg="mod">
          <ac:chgData name="Hema Varshini Danda" userId="bfe2217cb4a641f6" providerId="Windows Live" clId="Web-{8DED560C-2898-40DB-AEBE-90BB0F40A4E9}" dt="2023-05-03T09:06:59.234" v="1848" actId="20577"/>
          <ac:spMkLst>
            <pc:docMk/>
            <pc:sldMk cId="2111076868" sldId="268"/>
            <ac:spMk id="2" creationId="{00000000-0000-0000-0000-000000000000}"/>
          </ac:spMkLst>
        </pc:spChg>
        <pc:spChg chg="mod">
          <ac:chgData name="Hema Varshini Danda" userId="bfe2217cb4a641f6" providerId="Windows Live" clId="Web-{8DED560C-2898-40DB-AEBE-90BB0F40A4E9}" dt="2023-05-03T09:06:55.500" v="1847" actId="20577"/>
          <ac:spMkLst>
            <pc:docMk/>
            <pc:sldMk cId="2111076868" sldId="268"/>
            <ac:spMk id="3" creationId="{00000000-0000-0000-0000-000000000000}"/>
          </ac:spMkLst>
        </pc:spChg>
      </pc:sldChg>
      <pc:sldChg chg="addSp delSp modSp add replId">
        <pc:chgData name="Hema Varshini Danda" userId="bfe2217cb4a641f6" providerId="Windows Live" clId="Web-{8DED560C-2898-40DB-AEBE-90BB0F40A4E9}" dt="2023-05-03T09:07:26.001" v="1862" actId="20577"/>
        <pc:sldMkLst>
          <pc:docMk/>
          <pc:sldMk cId="3219663374" sldId="269"/>
        </pc:sldMkLst>
        <pc:spChg chg="add del mod">
          <ac:chgData name="Hema Varshini Danda" userId="bfe2217cb4a641f6" providerId="Windows Live" clId="Web-{8DED560C-2898-40DB-AEBE-90BB0F40A4E9}" dt="2023-05-03T09:07:22.423" v="1861" actId="20577"/>
          <ac:spMkLst>
            <pc:docMk/>
            <pc:sldMk cId="3219663374" sldId="269"/>
            <ac:spMk id="2" creationId="{00000000-0000-0000-0000-000000000000}"/>
          </ac:spMkLst>
        </pc:spChg>
        <pc:spChg chg="add del mod">
          <ac:chgData name="Hema Varshini Danda" userId="bfe2217cb4a641f6" providerId="Windows Live" clId="Web-{8DED560C-2898-40DB-AEBE-90BB0F40A4E9}" dt="2023-05-03T09:07:26.001" v="1862" actId="20577"/>
          <ac:spMkLst>
            <pc:docMk/>
            <pc:sldMk cId="3219663374" sldId="269"/>
            <ac:spMk id="3" creationId="{00000000-0000-0000-0000-000000000000}"/>
          </ac:spMkLst>
        </pc:spChg>
        <pc:spChg chg="add del mod">
          <ac:chgData name="Hema Varshini Danda" userId="bfe2217cb4a641f6" providerId="Windows Live" clId="Web-{8DED560C-2898-40DB-AEBE-90BB0F40A4E9}" dt="2023-05-03T09:07:16.641" v="1859"/>
          <ac:spMkLst>
            <pc:docMk/>
            <pc:sldMk cId="3219663374" sldId="269"/>
            <ac:spMk id="5" creationId="{79A7E8A2-B838-23A2-90D0-7A920006742B}"/>
          </ac:spMkLst>
        </pc:spChg>
        <pc:spChg chg="add del mod">
          <ac:chgData name="Hema Varshini Danda" userId="bfe2217cb4a641f6" providerId="Windows Live" clId="Web-{8DED560C-2898-40DB-AEBE-90BB0F40A4E9}" dt="2023-05-03T09:07:16.641" v="1858"/>
          <ac:spMkLst>
            <pc:docMk/>
            <pc:sldMk cId="3219663374" sldId="269"/>
            <ac:spMk id="8" creationId="{7EA65D96-2477-C211-6C8F-A2263CF56383}"/>
          </ac:spMkLst>
        </pc:spChg>
        <pc:spChg chg="add del">
          <ac:chgData name="Hema Varshini Danda" userId="bfe2217cb4a641f6" providerId="Windows Live" clId="Web-{8DED560C-2898-40DB-AEBE-90BB0F40A4E9}" dt="2023-05-03T09:07:16.641" v="1855"/>
          <ac:spMkLst>
            <pc:docMk/>
            <pc:sldMk cId="3219663374" sldId="269"/>
            <ac:spMk id="32" creationId="{33E93247-6229-44AB-A550-739E971E690B}"/>
          </ac:spMkLst>
        </pc:spChg>
        <pc:spChg chg="add del">
          <ac:chgData name="Hema Varshini Danda" userId="bfe2217cb4a641f6" providerId="Windows Live" clId="Web-{8DED560C-2898-40DB-AEBE-90BB0F40A4E9}" dt="2023-05-03T09:07:16.641" v="1857"/>
          <ac:spMkLst>
            <pc:docMk/>
            <pc:sldMk cId="3219663374" sldId="269"/>
            <ac:spMk id="34" creationId="{6BB6B482-ACCA-4938-8AEA-49D525C17221}"/>
          </ac:spMkLst>
        </pc:spChg>
        <pc:picChg chg="add del">
          <ac:chgData name="Hema Varshini Danda" userId="bfe2217cb4a641f6" providerId="Windows Live" clId="Web-{8DED560C-2898-40DB-AEBE-90BB0F40A4E9}" dt="2023-05-03T09:07:16.641" v="1856"/>
          <ac:picMkLst>
            <pc:docMk/>
            <pc:sldMk cId="3219663374" sldId="269"/>
            <ac:picMk id="7" creationId="{A9162E7B-ED7F-42DF-8310-24910CCD558D}"/>
          </ac:picMkLst>
        </pc:picChg>
        <pc:cxnChg chg="add del">
          <ac:chgData name="Hema Varshini Danda" userId="bfe2217cb4a641f6" providerId="Windows Live" clId="Web-{8DED560C-2898-40DB-AEBE-90BB0F40A4E9}" dt="2023-05-03T09:07:16.641" v="1860"/>
          <ac:cxnSpMkLst>
            <pc:docMk/>
            <pc:sldMk cId="3219663374" sldId="269"/>
            <ac:cxnSpMk id="36" creationId="{EE2E603F-4A95-4FE8-BB06-211DFD75DBEF}"/>
          </ac:cxnSpMkLst>
        </pc:cxnChg>
      </pc:sldChg>
      <pc:sldChg chg="modSp add replId">
        <pc:chgData name="Hema Varshini Danda" userId="bfe2217cb4a641f6" providerId="Windows Live" clId="Web-{8DED560C-2898-40DB-AEBE-90BB0F40A4E9}" dt="2023-05-03T09:14:20.470" v="2171" actId="20577"/>
        <pc:sldMkLst>
          <pc:docMk/>
          <pc:sldMk cId="4139570100" sldId="270"/>
        </pc:sldMkLst>
        <pc:spChg chg="mod">
          <ac:chgData name="Hema Varshini Danda" userId="bfe2217cb4a641f6" providerId="Windows Live" clId="Web-{8DED560C-2898-40DB-AEBE-90BB0F40A4E9}" dt="2023-05-03T09:07:32.939" v="1865" actId="20577"/>
          <ac:spMkLst>
            <pc:docMk/>
            <pc:sldMk cId="4139570100" sldId="270"/>
            <ac:spMk id="2" creationId="{00000000-0000-0000-0000-000000000000}"/>
          </ac:spMkLst>
        </pc:spChg>
        <pc:spChg chg="mod">
          <ac:chgData name="Hema Varshini Danda" userId="bfe2217cb4a641f6" providerId="Windows Live" clId="Web-{8DED560C-2898-40DB-AEBE-90BB0F40A4E9}" dt="2023-05-03T09:14:20.470" v="2171" actId="20577"/>
          <ac:spMkLst>
            <pc:docMk/>
            <pc:sldMk cId="4139570100" sldId="270"/>
            <ac:spMk id="3" creationId="{00000000-0000-0000-0000-000000000000}"/>
          </ac:spMkLst>
        </pc:spChg>
      </pc:sldChg>
      <pc:sldChg chg="modSp add replId">
        <pc:chgData name="Hema Varshini Danda" userId="bfe2217cb4a641f6" providerId="Windows Live" clId="Web-{8DED560C-2898-40DB-AEBE-90BB0F40A4E9}" dt="2023-05-03T09:11:05.759" v="1999" actId="14100"/>
        <pc:sldMkLst>
          <pc:docMk/>
          <pc:sldMk cId="1163877044" sldId="271"/>
        </pc:sldMkLst>
        <pc:spChg chg="mod">
          <ac:chgData name="Hema Varshini Danda" userId="bfe2217cb4a641f6" providerId="Windows Live" clId="Web-{8DED560C-2898-40DB-AEBE-90BB0F40A4E9}" dt="2023-05-03T09:07:56.314" v="1879" actId="20577"/>
          <ac:spMkLst>
            <pc:docMk/>
            <pc:sldMk cId="1163877044" sldId="271"/>
            <ac:spMk id="2" creationId="{00000000-0000-0000-0000-000000000000}"/>
          </ac:spMkLst>
        </pc:spChg>
        <pc:spChg chg="mod">
          <ac:chgData name="Hema Varshini Danda" userId="bfe2217cb4a641f6" providerId="Windows Live" clId="Web-{8DED560C-2898-40DB-AEBE-90BB0F40A4E9}" dt="2023-05-03T09:11:05.759" v="1999" actId="14100"/>
          <ac:spMkLst>
            <pc:docMk/>
            <pc:sldMk cId="1163877044" sldId="271"/>
            <ac:spMk id="3" creationId="{00000000-0000-0000-0000-000000000000}"/>
          </ac:spMkLst>
        </pc:spChg>
      </pc:sldChg>
      <pc:sldChg chg="modSp add replId">
        <pc:chgData name="Hema Varshini Danda" userId="bfe2217cb4a641f6" providerId="Windows Live" clId="Web-{8DED560C-2898-40DB-AEBE-90BB0F40A4E9}" dt="2023-05-03T09:08:11.768" v="1886" actId="20577"/>
        <pc:sldMkLst>
          <pc:docMk/>
          <pc:sldMk cId="415624664" sldId="272"/>
        </pc:sldMkLst>
        <pc:spChg chg="mod">
          <ac:chgData name="Hema Varshini Danda" userId="bfe2217cb4a641f6" providerId="Windows Live" clId="Web-{8DED560C-2898-40DB-AEBE-90BB0F40A4E9}" dt="2023-05-03T09:08:08.065" v="1885" actId="20577"/>
          <ac:spMkLst>
            <pc:docMk/>
            <pc:sldMk cId="415624664" sldId="272"/>
            <ac:spMk id="2" creationId="{00000000-0000-0000-0000-000000000000}"/>
          </ac:spMkLst>
        </pc:spChg>
        <pc:spChg chg="mod">
          <ac:chgData name="Hema Varshini Danda" userId="bfe2217cb4a641f6" providerId="Windows Live" clId="Web-{8DED560C-2898-40DB-AEBE-90BB0F40A4E9}" dt="2023-05-03T09:08:11.768" v="1886" actId="20577"/>
          <ac:spMkLst>
            <pc:docMk/>
            <pc:sldMk cId="415624664" sldId="272"/>
            <ac:spMk id="3" creationId="{00000000-0000-0000-0000-000000000000}"/>
          </ac:spMkLst>
        </pc:spChg>
      </pc:sldChg>
      <pc:sldChg chg="delSp modSp add replId">
        <pc:chgData name="Hema Varshini Danda" userId="bfe2217cb4a641f6" providerId="Windows Live" clId="Web-{8DED560C-2898-40DB-AEBE-90BB0F40A4E9}" dt="2023-05-03T09:08:41.191" v="1890"/>
        <pc:sldMkLst>
          <pc:docMk/>
          <pc:sldMk cId="2475140311" sldId="273"/>
        </pc:sldMkLst>
        <pc:spChg chg="del mod">
          <ac:chgData name="Hema Varshini Danda" userId="bfe2217cb4a641f6" providerId="Windows Live" clId="Web-{8DED560C-2898-40DB-AEBE-90BB0F40A4E9}" dt="2023-05-03T09:08:34.628" v="1889"/>
          <ac:spMkLst>
            <pc:docMk/>
            <pc:sldMk cId="2475140311" sldId="273"/>
            <ac:spMk id="2" creationId="{00000000-0000-0000-0000-000000000000}"/>
          </ac:spMkLst>
        </pc:spChg>
        <pc:spChg chg="del">
          <ac:chgData name="Hema Varshini Danda" userId="bfe2217cb4a641f6" providerId="Windows Live" clId="Web-{8DED560C-2898-40DB-AEBE-90BB0F40A4E9}" dt="2023-05-03T09:08:41.191" v="1890"/>
          <ac:spMkLst>
            <pc:docMk/>
            <pc:sldMk cId="2475140311" sldId="273"/>
            <ac:spMk id="3" creationId="{00000000-0000-0000-0000-000000000000}"/>
          </ac:spMkLst>
        </pc:spChg>
      </pc:sldChg>
      <pc:sldMasterChg chg="del delSldLayout">
        <pc:chgData name="Hema Varshini Danda" userId="bfe2217cb4a641f6" providerId="Windows Live" clId="Web-{8DED560C-2898-40DB-AEBE-90BB0F40A4E9}" dt="2023-05-03T08:23:17.065" v="16"/>
        <pc:sldMasterMkLst>
          <pc:docMk/>
          <pc:sldMasterMk cId="2460954070" sldId="2147483660"/>
        </pc:sldMasterMkLst>
        <pc:sldLayoutChg chg="del">
          <pc:chgData name="Hema Varshini Danda" userId="bfe2217cb4a641f6" providerId="Windows Live" clId="Web-{8DED560C-2898-40DB-AEBE-90BB0F40A4E9}" dt="2023-05-03T08:23:17.065" v="16"/>
          <pc:sldLayoutMkLst>
            <pc:docMk/>
            <pc:sldMasterMk cId="2460954070" sldId="2147483660"/>
            <pc:sldLayoutMk cId="2385387890" sldId="2147483661"/>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949138452" sldId="2147483662"/>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2591524520" sldId="2147483663"/>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1203092039" sldId="2147483664"/>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3733172339" sldId="2147483665"/>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3210312558" sldId="2147483666"/>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3146388984" sldId="2147483667"/>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3171841454" sldId="2147483668"/>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1718958274" sldId="2147483669"/>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2202905451" sldId="2147483670"/>
          </pc:sldLayoutMkLst>
        </pc:sldLayoutChg>
        <pc:sldLayoutChg chg="del">
          <pc:chgData name="Hema Varshini Danda" userId="bfe2217cb4a641f6" providerId="Windows Live" clId="Web-{8DED560C-2898-40DB-AEBE-90BB0F40A4E9}" dt="2023-05-03T08:23:17.065" v="16"/>
          <pc:sldLayoutMkLst>
            <pc:docMk/>
            <pc:sldMasterMk cId="2460954070" sldId="2147483660"/>
            <pc:sldLayoutMk cId="3479445657" sldId="2147483671"/>
          </pc:sldLayoutMkLst>
        </pc:sldLayoutChg>
      </pc:sldMasterChg>
      <pc:sldMasterChg chg="add addSldLayout">
        <pc:chgData name="Hema Varshini Danda" userId="bfe2217cb4a641f6" providerId="Windows Live" clId="Web-{8DED560C-2898-40DB-AEBE-90BB0F40A4E9}" dt="2023-05-03T08:23:17.065" v="16"/>
        <pc:sldMasterMkLst>
          <pc:docMk/>
          <pc:sldMasterMk cId="3589790320" sldId="2147483763"/>
        </pc:sldMasterMkLst>
        <pc:sldLayoutChg chg="add">
          <pc:chgData name="Hema Varshini Danda" userId="bfe2217cb4a641f6" providerId="Windows Live" clId="Web-{8DED560C-2898-40DB-AEBE-90BB0F40A4E9}" dt="2023-05-03T08:23:17.065" v="16"/>
          <pc:sldLayoutMkLst>
            <pc:docMk/>
            <pc:sldMasterMk cId="3589790320" sldId="2147483763"/>
            <pc:sldLayoutMk cId="3877637254" sldId="2147483752"/>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2554091302" sldId="2147483753"/>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2324414079" sldId="2147483754"/>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2356783612" sldId="2147483755"/>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3292455543" sldId="2147483756"/>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1947005995" sldId="2147483757"/>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1286570109" sldId="2147483758"/>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2327119484" sldId="2147483759"/>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2020044843" sldId="2147483760"/>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2945663890" sldId="2147483761"/>
          </pc:sldLayoutMkLst>
        </pc:sldLayoutChg>
        <pc:sldLayoutChg chg="add">
          <pc:chgData name="Hema Varshini Danda" userId="bfe2217cb4a641f6" providerId="Windows Live" clId="Web-{8DED560C-2898-40DB-AEBE-90BB0F40A4E9}" dt="2023-05-03T08:23:17.065" v="16"/>
          <pc:sldLayoutMkLst>
            <pc:docMk/>
            <pc:sldMasterMk cId="3589790320" sldId="2147483763"/>
            <pc:sldLayoutMk cId="1265347495" sldId="2147483762"/>
          </pc:sldLayoutMkLst>
        </pc:sldLayoutChg>
      </pc:sldMasterChg>
    </pc:docChg>
  </pc:docChgLst>
  <pc:docChgLst>
    <pc:chgData name="Hema Varshini Danda" userId="bfe2217cb4a641f6" providerId="Windows Live" clId="Web-{22B22CCA-3B83-4D19-88BE-09BBE80F02B5}"/>
    <pc:docChg chg="addSld delSld modSld sldOrd">
      <pc:chgData name="Hema Varshini Danda" userId="bfe2217cb4a641f6" providerId="Windows Live" clId="Web-{22B22CCA-3B83-4D19-88BE-09BBE80F02B5}" dt="2023-05-03T21:42:37.761" v="277"/>
      <pc:docMkLst>
        <pc:docMk/>
      </pc:docMkLst>
      <pc:sldChg chg="addSp delSp modSp">
        <pc:chgData name="Hema Varshini Danda" userId="bfe2217cb4a641f6" providerId="Windows Live" clId="Web-{22B22CCA-3B83-4D19-88BE-09BBE80F02B5}" dt="2023-05-03T21:32:08.864" v="188"/>
        <pc:sldMkLst>
          <pc:docMk/>
          <pc:sldMk cId="1720751822" sldId="257"/>
        </pc:sldMkLst>
        <pc:spChg chg="mod">
          <ac:chgData name="Hema Varshini Danda" userId="bfe2217cb4a641f6" providerId="Windows Live" clId="Web-{22B22CCA-3B83-4D19-88BE-09BBE80F02B5}" dt="2023-05-03T21:32:08.864" v="187"/>
          <ac:spMkLst>
            <pc:docMk/>
            <pc:sldMk cId="1720751822" sldId="257"/>
            <ac:spMk id="2" creationId="{00000000-0000-0000-0000-000000000000}"/>
          </ac:spMkLst>
        </pc:spChg>
        <pc:spChg chg="mod">
          <ac:chgData name="Hema Varshini Danda" userId="bfe2217cb4a641f6" providerId="Windows Live" clId="Web-{22B22CCA-3B83-4D19-88BE-09BBE80F02B5}" dt="2023-05-03T21:32:08.864" v="188"/>
          <ac:spMkLst>
            <pc:docMk/>
            <pc:sldMk cId="1720751822" sldId="257"/>
            <ac:spMk id="3" creationId="{00000000-0000-0000-0000-000000000000}"/>
          </ac:spMkLst>
        </pc:spChg>
        <pc:spChg chg="del">
          <ac:chgData name="Hema Varshini Danda" userId="bfe2217cb4a641f6" providerId="Windows Live" clId="Web-{22B22CCA-3B83-4D19-88BE-09BBE80F02B5}" dt="2023-05-03T21:20:39.480" v="61"/>
          <ac:spMkLst>
            <pc:docMk/>
            <pc:sldMk cId="1720751822" sldId="257"/>
            <ac:spMk id="32" creationId="{33E93247-6229-44AB-A550-739E971E690B}"/>
          </ac:spMkLst>
        </pc:spChg>
        <pc:spChg chg="del">
          <ac:chgData name="Hema Varshini Danda" userId="bfe2217cb4a641f6" providerId="Windows Live" clId="Web-{22B22CCA-3B83-4D19-88BE-09BBE80F02B5}" dt="2023-05-03T21:20:39.480" v="61"/>
          <ac:spMkLst>
            <pc:docMk/>
            <pc:sldMk cId="1720751822" sldId="257"/>
            <ac:spMk id="34" creationId="{6BB6B482-ACCA-4938-8AEA-49D525C17221}"/>
          </ac:spMkLst>
        </pc:spChg>
        <pc:spChg chg="add del">
          <ac:chgData name="Hema Varshini Danda" userId="bfe2217cb4a641f6" providerId="Windows Live" clId="Web-{22B22CCA-3B83-4D19-88BE-09BBE80F02B5}" dt="2023-05-03T21:32:08.864" v="188"/>
          <ac:spMkLst>
            <pc:docMk/>
            <pc:sldMk cId="1720751822" sldId="257"/>
            <ac:spMk id="41" creationId="{85CB65D0-496F-4797-A015-C85839E35D1A}"/>
          </ac:spMkLst>
        </pc:spChg>
        <pc:spChg chg="add del">
          <ac:chgData name="Hema Varshini Danda" userId="bfe2217cb4a641f6" providerId="Windows Live" clId="Web-{22B22CCA-3B83-4D19-88BE-09BBE80F02B5}" dt="2023-05-03T21:32:08.864" v="188"/>
          <ac:spMkLst>
            <pc:docMk/>
            <pc:sldMk cId="1720751822" sldId="257"/>
            <ac:spMk id="43" creationId="{95D2C779-8883-4E5F-A170-0F464918C1B7}"/>
          </ac:spMkLst>
        </pc:spChg>
        <pc:spChg chg="add del">
          <ac:chgData name="Hema Varshini Danda" userId="bfe2217cb4a641f6" providerId="Windows Live" clId="Web-{22B22CCA-3B83-4D19-88BE-09BBE80F02B5}" dt="2023-05-03T21:32:08.864" v="187"/>
          <ac:spMkLst>
            <pc:docMk/>
            <pc:sldMk cId="1720751822" sldId="257"/>
            <ac:spMk id="50" creationId="{33E93247-6229-44AB-A550-739E971E690B}"/>
          </ac:spMkLst>
        </pc:spChg>
        <pc:spChg chg="add del">
          <ac:chgData name="Hema Varshini Danda" userId="bfe2217cb4a641f6" providerId="Windows Live" clId="Web-{22B22CCA-3B83-4D19-88BE-09BBE80F02B5}" dt="2023-05-03T21:32:08.864" v="187"/>
          <ac:spMkLst>
            <pc:docMk/>
            <pc:sldMk cId="1720751822" sldId="257"/>
            <ac:spMk id="52" creationId="{6BB6B482-ACCA-4938-8AEA-49D525C17221}"/>
          </ac:spMkLst>
        </pc:spChg>
        <pc:spChg chg="add del">
          <ac:chgData name="Hema Varshini Danda" userId="bfe2217cb4a641f6" providerId="Windows Live" clId="Web-{22B22CCA-3B83-4D19-88BE-09BBE80F02B5}" dt="2023-05-03T21:32:08.864" v="187"/>
          <ac:spMkLst>
            <pc:docMk/>
            <pc:sldMk cId="1720751822" sldId="257"/>
            <ac:spMk id="54" creationId="{612349FF-7742-42ED-ADF3-238B5DDD176C}"/>
          </ac:spMkLst>
        </pc:spChg>
        <pc:spChg chg="add">
          <ac:chgData name="Hema Varshini Danda" userId="bfe2217cb4a641f6" providerId="Windows Live" clId="Web-{22B22CCA-3B83-4D19-88BE-09BBE80F02B5}" dt="2023-05-03T21:32:08.864" v="188"/>
          <ac:spMkLst>
            <pc:docMk/>
            <pc:sldMk cId="1720751822" sldId="257"/>
            <ac:spMk id="60" creationId="{85CB65D0-496F-4797-A015-C85839E35D1A}"/>
          </ac:spMkLst>
        </pc:spChg>
        <pc:spChg chg="add">
          <ac:chgData name="Hema Varshini Danda" userId="bfe2217cb4a641f6" providerId="Windows Live" clId="Web-{22B22CCA-3B83-4D19-88BE-09BBE80F02B5}" dt="2023-05-03T21:32:08.864" v="188"/>
          <ac:spMkLst>
            <pc:docMk/>
            <pc:sldMk cId="1720751822" sldId="257"/>
            <ac:spMk id="61" creationId="{95D2C779-8883-4E5F-A170-0F464918C1B7}"/>
          </ac:spMkLst>
        </pc:spChg>
        <pc:cxnChg chg="del">
          <ac:chgData name="Hema Varshini Danda" userId="bfe2217cb4a641f6" providerId="Windows Live" clId="Web-{22B22CCA-3B83-4D19-88BE-09BBE80F02B5}" dt="2023-05-03T21:20:39.480" v="61"/>
          <ac:cxnSpMkLst>
            <pc:docMk/>
            <pc:sldMk cId="1720751822" sldId="257"/>
            <ac:cxnSpMk id="36" creationId="{EE2E603F-4A95-4FE8-BB06-211DFD75DBEF}"/>
          </ac:cxnSpMkLst>
        </pc:cxnChg>
        <pc:cxnChg chg="add del">
          <ac:chgData name="Hema Varshini Danda" userId="bfe2217cb4a641f6" providerId="Windows Live" clId="Web-{22B22CCA-3B83-4D19-88BE-09BBE80F02B5}" dt="2023-05-03T21:32:08.864" v="188"/>
          <ac:cxnSpMkLst>
            <pc:docMk/>
            <pc:sldMk cId="1720751822" sldId="257"/>
            <ac:cxnSpMk id="45" creationId="{BD96A694-258D-4418-A83C-B9BA72FD44B8}"/>
          </ac:cxnSpMkLst>
        </pc:cxnChg>
        <pc:cxnChg chg="add del">
          <ac:chgData name="Hema Varshini Danda" userId="bfe2217cb4a641f6" providerId="Windows Live" clId="Web-{22B22CCA-3B83-4D19-88BE-09BBE80F02B5}" dt="2023-05-03T21:32:08.864" v="187"/>
          <ac:cxnSpMkLst>
            <pc:docMk/>
            <pc:sldMk cId="1720751822" sldId="257"/>
            <ac:cxnSpMk id="56" creationId="{EE2E603F-4A95-4FE8-BB06-211DFD75DBEF}"/>
          </ac:cxnSpMkLst>
        </pc:cxnChg>
        <pc:cxnChg chg="add del">
          <ac:chgData name="Hema Varshini Danda" userId="bfe2217cb4a641f6" providerId="Windows Live" clId="Web-{22B22CCA-3B83-4D19-88BE-09BBE80F02B5}" dt="2023-05-03T21:32:08.864" v="187"/>
          <ac:cxnSpMkLst>
            <pc:docMk/>
            <pc:sldMk cId="1720751822" sldId="257"/>
            <ac:cxnSpMk id="58" creationId="{2CF06E40-3ECB-4820-95B5-8A70B07D4B47}"/>
          </ac:cxnSpMkLst>
        </pc:cxnChg>
        <pc:cxnChg chg="add">
          <ac:chgData name="Hema Varshini Danda" userId="bfe2217cb4a641f6" providerId="Windows Live" clId="Web-{22B22CCA-3B83-4D19-88BE-09BBE80F02B5}" dt="2023-05-03T21:32:08.864" v="188"/>
          <ac:cxnSpMkLst>
            <pc:docMk/>
            <pc:sldMk cId="1720751822" sldId="257"/>
            <ac:cxnSpMk id="62" creationId="{BD96A694-258D-4418-A83C-B9BA72FD44B8}"/>
          </ac:cxnSpMkLst>
        </pc:cxnChg>
      </pc:sldChg>
      <pc:sldChg chg="modSp">
        <pc:chgData name="Hema Varshini Danda" userId="bfe2217cb4a641f6" providerId="Windows Live" clId="Web-{22B22CCA-3B83-4D19-88BE-09BBE80F02B5}" dt="2023-05-03T21:22:49.831" v="99" actId="20577"/>
        <pc:sldMkLst>
          <pc:docMk/>
          <pc:sldMk cId="2976185017" sldId="258"/>
        </pc:sldMkLst>
        <pc:spChg chg="mod">
          <ac:chgData name="Hema Varshini Danda" userId="bfe2217cb4a641f6" providerId="Windows Live" clId="Web-{22B22CCA-3B83-4D19-88BE-09BBE80F02B5}" dt="2023-05-03T21:21:12.388" v="71" actId="14100"/>
          <ac:spMkLst>
            <pc:docMk/>
            <pc:sldMk cId="2976185017" sldId="258"/>
            <ac:spMk id="2" creationId="{00000000-0000-0000-0000-000000000000}"/>
          </ac:spMkLst>
        </pc:spChg>
        <pc:spChg chg="mod">
          <ac:chgData name="Hema Varshini Danda" userId="bfe2217cb4a641f6" providerId="Windows Live" clId="Web-{22B22CCA-3B83-4D19-88BE-09BBE80F02B5}" dt="2023-05-03T21:22:49.831" v="99" actId="20577"/>
          <ac:spMkLst>
            <pc:docMk/>
            <pc:sldMk cId="2976185017" sldId="258"/>
            <ac:spMk id="3" creationId="{00000000-0000-0000-0000-000000000000}"/>
          </ac:spMkLst>
        </pc:spChg>
      </pc:sldChg>
      <pc:sldChg chg="modSp">
        <pc:chgData name="Hema Varshini Danda" userId="bfe2217cb4a641f6" providerId="Windows Live" clId="Web-{22B22CCA-3B83-4D19-88BE-09BBE80F02B5}" dt="2023-05-03T21:25:37.107" v="129" actId="20577"/>
        <pc:sldMkLst>
          <pc:docMk/>
          <pc:sldMk cId="4067715272" sldId="259"/>
        </pc:sldMkLst>
        <pc:spChg chg="mod">
          <ac:chgData name="Hema Varshini Danda" userId="bfe2217cb4a641f6" providerId="Windows Live" clId="Web-{22B22CCA-3B83-4D19-88BE-09BBE80F02B5}" dt="2023-05-03T21:25:37.107" v="129" actId="20577"/>
          <ac:spMkLst>
            <pc:docMk/>
            <pc:sldMk cId="4067715272" sldId="259"/>
            <ac:spMk id="3" creationId="{00000000-0000-0000-0000-000000000000}"/>
          </ac:spMkLst>
        </pc:spChg>
      </pc:sldChg>
      <pc:sldChg chg="modSp ord">
        <pc:chgData name="Hema Varshini Danda" userId="bfe2217cb4a641f6" providerId="Windows Live" clId="Web-{22B22CCA-3B83-4D19-88BE-09BBE80F02B5}" dt="2023-05-03T21:36:21.083" v="190" actId="20577"/>
        <pc:sldMkLst>
          <pc:docMk/>
          <pc:sldMk cId="1992288722" sldId="260"/>
        </pc:sldMkLst>
        <pc:spChg chg="mod">
          <ac:chgData name="Hema Varshini Danda" userId="bfe2217cb4a641f6" providerId="Windows Live" clId="Web-{22B22CCA-3B83-4D19-88BE-09BBE80F02B5}" dt="2023-05-03T21:36:21.083" v="190" actId="20577"/>
          <ac:spMkLst>
            <pc:docMk/>
            <pc:sldMk cId="1992288722" sldId="260"/>
            <ac:spMk id="3" creationId="{00000000-0000-0000-0000-000000000000}"/>
          </ac:spMkLst>
        </pc:spChg>
      </pc:sldChg>
      <pc:sldChg chg="del">
        <pc:chgData name="Hema Varshini Danda" userId="bfe2217cb4a641f6" providerId="Windows Live" clId="Web-{22B22CCA-3B83-4D19-88BE-09BBE80F02B5}" dt="2023-05-03T21:03:33.919" v="0"/>
        <pc:sldMkLst>
          <pc:docMk/>
          <pc:sldMk cId="518114827" sldId="266"/>
        </pc:sldMkLst>
      </pc:sldChg>
      <pc:sldChg chg="del">
        <pc:chgData name="Hema Varshini Danda" userId="bfe2217cb4a641f6" providerId="Windows Live" clId="Web-{22B22CCA-3B83-4D19-88BE-09BBE80F02B5}" dt="2023-05-03T21:42:24.026" v="274"/>
        <pc:sldMkLst>
          <pc:docMk/>
          <pc:sldMk cId="2111076868" sldId="268"/>
        </pc:sldMkLst>
      </pc:sldChg>
      <pc:sldChg chg="del">
        <pc:chgData name="Hema Varshini Danda" userId="bfe2217cb4a641f6" providerId="Windows Live" clId="Web-{22B22CCA-3B83-4D19-88BE-09BBE80F02B5}" dt="2023-05-03T21:42:26.932" v="275"/>
        <pc:sldMkLst>
          <pc:docMk/>
          <pc:sldMk cId="3219663374" sldId="269"/>
        </pc:sldMkLst>
      </pc:sldChg>
      <pc:sldChg chg="modSp add replId">
        <pc:chgData name="Hema Varshini Danda" userId="bfe2217cb4a641f6" providerId="Windows Live" clId="Web-{22B22CCA-3B83-4D19-88BE-09BBE80F02B5}" dt="2023-05-03T21:04:33.829" v="12" actId="20577"/>
        <pc:sldMkLst>
          <pc:docMk/>
          <pc:sldMk cId="462052767" sldId="275"/>
        </pc:sldMkLst>
        <pc:spChg chg="mod">
          <ac:chgData name="Hema Varshini Danda" userId="bfe2217cb4a641f6" providerId="Windows Live" clId="Web-{22B22CCA-3B83-4D19-88BE-09BBE80F02B5}" dt="2023-05-03T21:04:33.829" v="12" actId="20577"/>
          <ac:spMkLst>
            <pc:docMk/>
            <pc:sldMk cId="462052767" sldId="275"/>
            <ac:spMk id="2" creationId="{00000000-0000-0000-0000-000000000000}"/>
          </ac:spMkLst>
        </pc:spChg>
      </pc:sldChg>
      <pc:sldChg chg="addSp delSp new del">
        <pc:chgData name="Hema Varshini Danda" userId="bfe2217cb4a641f6" providerId="Windows Live" clId="Web-{22B22CCA-3B83-4D19-88BE-09BBE80F02B5}" dt="2023-05-03T21:27:13.863" v="133"/>
        <pc:sldMkLst>
          <pc:docMk/>
          <pc:sldMk cId="442932528" sldId="276"/>
        </pc:sldMkLst>
        <pc:picChg chg="add del">
          <ac:chgData name="Hema Varshini Danda" userId="bfe2217cb4a641f6" providerId="Windows Live" clId="Web-{22B22CCA-3B83-4D19-88BE-09BBE80F02B5}" dt="2023-05-03T21:27:04.581" v="132"/>
          <ac:picMkLst>
            <pc:docMk/>
            <pc:sldMk cId="442932528" sldId="276"/>
            <ac:picMk id="5" creationId="{C9D75C21-80F0-1789-ACD4-21C41BA674FF}"/>
          </ac:picMkLst>
        </pc:picChg>
      </pc:sldChg>
      <pc:sldChg chg="addSp delSp modSp add replId">
        <pc:chgData name="Hema Varshini Danda" userId="bfe2217cb4a641f6" providerId="Windows Live" clId="Web-{22B22CCA-3B83-4D19-88BE-09BBE80F02B5}" dt="2023-05-03T21:36:36.333" v="194" actId="1076"/>
        <pc:sldMkLst>
          <pc:docMk/>
          <pc:sldMk cId="2787893510" sldId="276"/>
        </pc:sldMkLst>
        <pc:spChg chg="mod">
          <ac:chgData name="Hema Varshini Danda" userId="bfe2217cb4a641f6" providerId="Windows Live" clId="Web-{22B22CCA-3B83-4D19-88BE-09BBE80F02B5}" dt="2023-05-03T21:30:41.406" v="182" actId="20577"/>
          <ac:spMkLst>
            <pc:docMk/>
            <pc:sldMk cId="2787893510" sldId="276"/>
            <ac:spMk id="3" creationId="{00000000-0000-0000-0000-000000000000}"/>
          </ac:spMkLst>
        </pc:spChg>
        <pc:picChg chg="add del mod">
          <ac:chgData name="Hema Varshini Danda" userId="bfe2217cb4a641f6" providerId="Windows Live" clId="Web-{22B22CCA-3B83-4D19-88BE-09BBE80F02B5}" dt="2023-05-03T21:27:35.676" v="136"/>
          <ac:picMkLst>
            <pc:docMk/>
            <pc:sldMk cId="2787893510" sldId="276"/>
            <ac:picMk id="4" creationId="{051C4D4E-E4BC-6BA8-E439-29147BE83FD8}"/>
          </ac:picMkLst>
        </pc:picChg>
        <pc:picChg chg="add mod">
          <ac:chgData name="Hema Varshini Danda" userId="bfe2217cb4a641f6" providerId="Windows Live" clId="Web-{22B22CCA-3B83-4D19-88BE-09BBE80F02B5}" dt="2023-05-03T21:36:36.333" v="194" actId="1076"/>
          <ac:picMkLst>
            <pc:docMk/>
            <pc:sldMk cId="2787893510" sldId="276"/>
            <ac:picMk id="5" creationId="{9D509EA3-3FC2-E3D5-5FB8-142717EBF4BB}"/>
          </ac:picMkLst>
        </pc:picChg>
      </pc:sldChg>
      <pc:sldChg chg="addSp modSp add ord replId">
        <pc:chgData name="Hema Varshini Danda" userId="bfe2217cb4a641f6" providerId="Windows Live" clId="Web-{22B22CCA-3B83-4D19-88BE-09BBE80F02B5}" dt="2023-05-03T21:29:54.200" v="165" actId="1076"/>
        <pc:sldMkLst>
          <pc:docMk/>
          <pc:sldMk cId="4132418999" sldId="277"/>
        </pc:sldMkLst>
        <pc:spChg chg="mod">
          <ac:chgData name="Hema Varshini Danda" userId="bfe2217cb4a641f6" providerId="Windows Live" clId="Web-{22B22CCA-3B83-4D19-88BE-09BBE80F02B5}" dt="2023-05-03T21:28:31.649" v="151" actId="14100"/>
          <ac:spMkLst>
            <pc:docMk/>
            <pc:sldMk cId="4132418999" sldId="277"/>
            <ac:spMk id="2" creationId="{00000000-0000-0000-0000-000000000000}"/>
          </ac:spMkLst>
        </pc:spChg>
        <pc:spChg chg="mod">
          <ac:chgData name="Hema Varshini Danda" userId="bfe2217cb4a641f6" providerId="Windows Live" clId="Web-{22B22CCA-3B83-4D19-88BE-09BBE80F02B5}" dt="2023-05-03T21:29:54.200" v="165" actId="1076"/>
          <ac:spMkLst>
            <pc:docMk/>
            <pc:sldMk cId="4132418999" sldId="277"/>
            <ac:spMk id="3" creationId="{00000000-0000-0000-0000-000000000000}"/>
          </ac:spMkLst>
        </pc:spChg>
        <pc:picChg chg="add mod">
          <ac:chgData name="Hema Varshini Danda" userId="bfe2217cb4a641f6" providerId="Windows Live" clId="Web-{22B22CCA-3B83-4D19-88BE-09BBE80F02B5}" dt="2023-05-03T21:29:52.044" v="164" actId="1076"/>
          <ac:picMkLst>
            <pc:docMk/>
            <pc:sldMk cId="4132418999" sldId="277"/>
            <ac:picMk id="4" creationId="{6AF64AF3-C360-B8A2-A042-DD7B3F78CFE3}"/>
          </ac:picMkLst>
        </pc:picChg>
      </pc:sldChg>
      <pc:sldChg chg="addSp delSp modSp add replId">
        <pc:chgData name="Hema Varshini Danda" userId="bfe2217cb4a641f6" providerId="Windows Live" clId="Web-{22B22CCA-3B83-4D19-88BE-09BBE80F02B5}" dt="2023-05-03T21:37:54.713" v="220" actId="14100"/>
        <pc:sldMkLst>
          <pc:docMk/>
          <pc:sldMk cId="1202236265" sldId="278"/>
        </pc:sldMkLst>
        <pc:spChg chg="mod">
          <ac:chgData name="Hema Varshini Danda" userId="bfe2217cb4a641f6" providerId="Windows Live" clId="Web-{22B22CCA-3B83-4D19-88BE-09BBE80F02B5}" dt="2023-05-03T21:37:38.931" v="209" actId="20577"/>
          <ac:spMkLst>
            <pc:docMk/>
            <pc:sldMk cId="1202236265" sldId="278"/>
            <ac:spMk id="2" creationId="{00000000-0000-0000-0000-000000000000}"/>
          </ac:spMkLst>
        </pc:spChg>
        <pc:spChg chg="mod">
          <ac:chgData name="Hema Varshini Danda" userId="bfe2217cb4a641f6" providerId="Windows Live" clId="Web-{22B22CCA-3B83-4D19-88BE-09BBE80F02B5}" dt="2023-05-03T21:37:54.713" v="220" actId="14100"/>
          <ac:spMkLst>
            <pc:docMk/>
            <pc:sldMk cId="1202236265" sldId="278"/>
            <ac:spMk id="3" creationId="{00000000-0000-0000-0000-000000000000}"/>
          </ac:spMkLst>
        </pc:spChg>
        <pc:picChg chg="add mod">
          <ac:chgData name="Hema Varshini Danda" userId="bfe2217cb4a641f6" providerId="Windows Live" clId="Web-{22B22CCA-3B83-4D19-88BE-09BBE80F02B5}" dt="2023-05-03T21:37:28.524" v="203" actId="14100"/>
          <ac:picMkLst>
            <pc:docMk/>
            <pc:sldMk cId="1202236265" sldId="278"/>
            <ac:picMk id="4" creationId="{541C574B-3F28-2B00-DDAE-9D0B57CB410D}"/>
          </ac:picMkLst>
        </pc:picChg>
        <pc:picChg chg="del">
          <ac:chgData name="Hema Varshini Danda" userId="bfe2217cb4a641f6" providerId="Windows Live" clId="Web-{22B22CCA-3B83-4D19-88BE-09BBE80F02B5}" dt="2023-05-03T21:37:10.914" v="196"/>
          <ac:picMkLst>
            <pc:docMk/>
            <pc:sldMk cId="1202236265" sldId="278"/>
            <ac:picMk id="5" creationId="{9D509EA3-3FC2-E3D5-5FB8-142717EBF4BB}"/>
          </ac:picMkLst>
        </pc:picChg>
      </pc:sldChg>
      <pc:sldChg chg="addSp modSp add ord replId">
        <pc:chgData name="Hema Varshini Danda" userId="bfe2217cb4a641f6" providerId="Windows Live" clId="Web-{22B22CCA-3B83-4D19-88BE-09BBE80F02B5}" dt="2023-05-03T21:42:01.462" v="273" actId="20577"/>
        <pc:sldMkLst>
          <pc:docMk/>
          <pc:sldMk cId="982875956" sldId="279"/>
        </pc:sldMkLst>
        <pc:spChg chg="mod">
          <ac:chgData name="Hema Varshini Danda" userId="bfe2217cb4a641f6" providerId="Windows Live" clId="Web-{22B22CCA-3B83-4D19-88BE-09BBE80F02B5}" dt="2023-05-03T21:39:11.468" v="226" actId="20577"/>
          <ac:spMkLst>
            <pc:docMk/>
            <pc:sldMk cId="982875956" sldId="279"/>
            <ac:spMk id="2" creationId="{00000000-0000-0000-0000-000000000000}"/>
          </ac:spMkLst>
        </pc:spChg>
        <pc:spChg chg="mod">
          <ac:chgData name="Hema Varshini Danda" userId="bfe2217cb4a641f6" providerId="Windows Live" clId="Web-{22B22CCA-3B83-4D19-88BE-09BBE80F02B5}" dt="2023-05-03T21:41:48.242" v="267" actId="20577"/>
          <ac:spMkLst>
            <pc:docMk/>
            <pc:sldMk cId="982875956" sldId="279"/>
            <ac:spMk id="3" creationId="{00000000-0000-0000-0000-000000000000}"/>
          </ac:spMkLst>
        </pc:spChg>
        <pc:spChg chg="add mod">
          <ac:chgData name="Hema Varshini Danda" userId="bfe2217cb4a641f6" providerId="Windows Live" clId="Web-{22B22CCA-3B83-4D19-88BE-09BBE80F02B5}" dt="2023-05-03T21:42:01.462" v="273" actId="20577"/>
          <ac:spMkLst>
            <pc:docMk/>
            <pc:sldMk cId="982875956" sldId="279"/>
            <ac:spMk id="4" creationId="{BBA56439-6E9F-2CFA-D286-00B235159E91}"/>
          </ac:spMkLst>
        </pc:spChg>
        <pc:picChg chg="mod">
          <ac:chgData name="Hema Varshini Danda" userId="bfe2217cb4a641f6" providerId="Windows Live" clId="Web-{22B22CCA-3B83-4D19-88BE-09BBE80F02B5}" dt="2023-05-03T21:40:47.473" v="244" actId="1076"/>
          <ac:picMkLst>
            <pc:docMk/>
            <pc:sldMk cId="982875956" sldId="279"/>
            <ac:picMk id="7" creationId="{A9162E7B-ED7F-42DF-8310-24910CCD558D}"/>
          </ac:picMkLst>
        </pc:picChg>
      </pc:sldChg>
      <pc:sldChg chg="add ord replId">
        <pc:chgData name="Hema Varshini Danda" userId="bfe2217cb4a641f6" providerId="Windows Live" clId="Web-{22B22CCA-3B83-4D19-88BE-09BBE80F02B5}" dt="2023-05-03T21:42:37.761" v="277"/>
        <pc:sldMkLst>
          <pc:docMk/>
          <pc:sldMk cId="3254709851" sldId="280"/>
        </pc:sldMkLst>
      </pc:sldChg>
    </pc:docChg>
  </pc:docChgLst>
  <pc:docChgLst>
    <pc:chgData name="Hema Varshini Danda" userId="bfe2217cb4a641f6" providerId="Windows Live" clId="Web-{C0A44A97-161A-4002-95D3-0CF7AE23B591}"/>
    <pc:docChg chg="delSld modSld">
      <pc:chgData name="Hema Varshini Danda" userId="bfe2217cb4a641f6" providerId="Windows Live" clId="Web-{C0A44A97-161A-4002-95D3-0CF7AE23B591}" dt="2023-05-04T00:35:17.577" v="50" actId="1076"/>
      <pc:docMkLst>
        <pc:docMk/>
      </pc:docMkLst>
      <pc:sldChg chg="addSp delSp modSp">
        <pc:chgData name="Hema Varshini Danda" userId="bfe2217cb4a641f6" providerId="Windows Live" clId="Web-{C0A44A97-161A-4002-95D3-0CF7AE23B591}" dt="2023-05-04T00:34:31.341" v="41" actId="1076"/>
        <pc:sldMkLst>
          <pc:docMk/>
          <pc:sldMk cId="898129261" sldId="267"/>
        </pc:sldMkLst>
        <pc:spChg chg="del mod">
          <ac:chgData name="Hema Varshini Danda" userId="bfe2217cb4a641f6" providerId="Windows Live" clId="Web-{C0A44A97-161A-4002-95D3-0CF7AE23B591}" dt="2023-05-04T00:34:10.153" v="35"/>
          <ac:spMkLst>
            <pc:docMk/>
            <pc:sldMk cId="898129261" sldId="267"/>
            <ac:spMk id="3" creationId="{00000000-0000-0000-0000-000000000000}"/>
          </ac:spMkLst>
        </pc:spChg>
        <pc:picChg chg="add mod">
          <ac:chgData name="Hema Varshini Danda" userId="bfe2217cb4a641f6" providerId="Windows Live" clId="Web-{C0A44A97-161A-4002-95D3-0CF7AE23B591}" dt="2023-05-04T00:34:31.341" v="41" actId="1076"/>
          <ac:picMkLst>
            <pc:docMk/>
            <pc:sldMk cId="898129261" sldId="267"/>
            <ac:picMk id="4" creationId="{03F62378-F6B8-57F5-3980-DF3587B5C25A}"/>
          </ac:picMkLst>
        </pc:picChg>
      </pc:sldChg>
      <pc:sldChg chg="del">
        <pc:chgData name="Hema Varshini Danda" userId="bfe2217cb4a641f6" providerId="Windows Live" clId="Web-{C0A44A97-161A-4002-95D3-0CF7AE23B591}" dt="2023-05-03T22:58:01.722" v="0"/>
        <pc:sldMkLst>
          <pc:docMk/>
          <pc:sldMk cId="415624664" sldId="272"/>
        </pc:sldMkLst>
      </pc:sldChg>
      <pc:sldChg chg="modSp">
        <pc:chgData name="Hema Varshini Danda" userId="bfe2217cb4a641f6" providerId="Windows Live" clId="Web-{C0A44A97-161A-4002-95D3-0CF7AE23B591}" dt="2023-05-03T23:21:47.134" v="32" actId="14100"/>
        <pc:sldMkLst>
          <pc:docMk/>
          <pc:sldMk cId="462052767" sldId="275"/>
        </pc:sldMkLst>
        <pc:spChg chg="mod">
          <ac:chgData name="Hema Varshini Danda" userId="bfe2217cb4a641f6" providerId="Windows Live" clId="Web-{C0A44A97-161A-4002-95D3-0CF7AE23B591}" dt="2023-05-03T23:21:47.134" v="32" actId="14100"/>
          <ac:spMkLst>
            <pc:docMk/>
            <pc:sldMk cId="462052767" sldId="275"/>
            <ac:spMk id="3" creationId="{00000000-0000-0000-0000-000000000000}"/>
          </ac:spMkLst>
        </pc:spChg>
      </pc:sldChg>
      <pc:sldChg chg="addSp delSp modSp">
        <pc:chgData name="Hema Varshini Danda" userId="bfe2217cb4a641f6" providerId="Windows Live" clId="Web-{C0A44A97-161A-4002-95D3-0CF7AE23B591}" dt="2023-05-04T00:35:17.577" v="50" actId="1076"/>
        <pc:sldMkLst>
          <pc:docMk/>
          <pc:sldMk cId="3254709851" sldId="280"/>
        </pc:sldMkLst>
        <pc:spChg chg="del mod">
          <ac:chgData name="Hema Varshini Danda" userId="bfe2217cb4a641f6" providerId="Windows Live" clId="Web-{C0A44A97-161A-4002-95D3-0CF7AE23B591}" dt="2023-05-04T00:34:57.014" v="43"/>
          <ac:spMkLst>
            <pc:docMk/>
            <pc:sldMk cId="3254709851" sldId="280"/>
            <ac:spMk id="3" creationId="{00000000-0000-0000-0000-000000000000}"/>
          </ac:spMkLst>
        </pc:spChg>
        <pc:picChg chg="add mod">
          <ac:chgData name="Hema Varshini Danda" userId="bfe2217cb4a641f6" providerId="Windows Live" clId="Web-{C0A44A97-161A-4002-95D3-0CF7AE23B591}" dt="2023-05-04T00:35:17.577" v="50" actId="1076"/>
          <ac:picMkLst>
            <pc:docMk/>
            <pc:sldMk cId="3254709851" sldId="280"/>
            <ac:picMk id="4" creationId="{0A5ECD57-0B90-FE68-D21E-32C63B8AD0D8}"/>
          </ac:picMkLst>
        </pc:picChg>
      </pc:sldChg>
    </pc:docChg>
  </pc:docChgLst>
  <pc:docChgLst>
    <pc:chgData name="Hema Varshini Danda" userId="bfe2217cb4a641f6" providerId="Windows Live" clId="Web-{0CFD14EB-52B5-4614-BE22-15CC6EBA04F9}"/>
    <pc:docChg chg="addSld delSld modSld">
      <pc:chgData name="Hema Varshini Danda" userId="bfe2217cb4a641f6" providerId="Windows Live" clId="Web-{0CFD14EB-52B5-4614-BE22-15CC6EBA04F9}" dt="2023-05-03T09:42:25.363" v="64" actId="1076"/>
      <pc:docMkLst>
        <pc:docMk/>
      </pc:docMkLst>
      <pc:sldChg chg="delSp">
        <pc:chgData name="Hema Varshini Danda" userId="bfe2217cb4a641f6" providerId="Windows Live" clId="Web-{0CFD14EB-52B5-4614-BE22-15CC6EBA04F9}" dt="2023-05-03T09:32:15.964" v="1"/>
        <pc:sldMkLst>
          <pc:docMk/>
          <pc:sldMk cId="2111076868" sldId="268"/>
        </pc:sldMkLst>
        <pc:spChg chg="del">
          <ac:chgData name="Hema Varshini Danda" userId="bfe2217cb4a641f6" providerId="Windows Live" clId="Web-{0CFD14EB-52B5-4614-BE22-15CC6EBA04F9}" dt="2023-05-03T09:32:12.760" v="0"/>
          <ac:spMkLst>
            <pc:docMk/>
            <pc:sldMk cId="2111076868" sldId="268"/>
            <ac:spMk id="2" creationId="{00000000-0000-0000-0000-000000000000}"/>
          </ac:spMkLst>
        </pc:spChg>
        <pc:spChg chg="del">
          <ac:chgData name="Hema Varshini Danda" userId="bfe2217cb4a641f6" providerId="Windows Live" clId="Web-{0CFD14EB-52B5-4614-BE22-15CC6EBA04F9}" dt="2023-05-03T09:32:15.964" v="1"/>
          <ac:spMkLst>
            <pc:docMk/>
            <pc:sldMk cId="2111076868" sldId="268"/>
            <ac:spMk id="3" creationId="{00000000-0000-0000-0000-000000000000}"/>
          </ac:spMkLst>
        </pc:spChg>
      </pc:sldChg>
      <pc:sldChg chg="delSp">
        <pc:chgData name="Hema Varshini Danda" userId="bfe2217cb4a641f6" providerId="Windows Live" clId="Web-{0CFD14EB-52B5-4614-BE22-15CC6EBA04F9}" dt="2023-05-03T09:32:24.292" v="3"/>
        <pc:sldMkLst>
          <pc:docMk/>
          <pc:sldMk cId="3219663374" sldId="269"/>
        </pc:sldMkLst>
        <pc:spChg chg="del">
          <ac:chgData name="Hema Varshini Danda" userId="bfe2217cb4a641f6" providerId="Windows Live" clId="Web-{0CFD14EB-52B5-4614-BE22-15CC6EBA04F9}" dt="2023-05-03T09:32:21.167" v="2"/>
          <ac:spMkLst>
            <pc:docMk/>
            <pc:sldMk cId="3219663374" sldId="269"/>
            <ac:spMk id="2" creationId="{00000000-0000-0000-0000-000000000000}"/>
          </ac:spMkLst>
        </pc:spChg>
        <pc:spChg chg="del">
          <ac:chgData name="Hema Varshini Danda" userId="bfe2217cb4a641f6" providerId="Windows Live" clId="Web-{0CFD14EB-52B5-4614-BE22-15CC6EBA04F9}" dt="2023-05-03T09:32:24.292" v="3"/>
          <ac:spMkLst>
            <pc:docMk/>
            <pc:sldMk cId="3219663374" sldId="269"/>
            <ac:spMk id="3" creationId="{00000000-0000-0000-0000-000000000000}"/>
          </ac:spMkLst>
        </pc:spChg>
      </pc:sldChg>
      <pc:sldChg chg="addSp delSp modSp del">
        <pc:chgData name="Hema Varshini Danda" userId="bfe2217cb4a641f6" providerId="Windows Live" clId="Web-{0CFD14EB-52B5-4614-BE22-15CC6EBA04F9}" dt="2023-05-03T09:34:07.812" v="11"/>
        <pc:sldMkLst>
          <pc:docMk/>
          <pc:sldMk cId="2475140311" sldId="273"/>
        </pc:sldMkLst>
        <pc:spChg chg="add del mod">
          <ac:chgData name="Hema Varshini Danda" userId="bfe2217cb4a641f6" providerId="Windows Live" clId="Web-{0CFD14EB-52B5-4614-BE22-15CC6EBA04F9}" dt="2023-05-03T09:33:43.436" v="9"/>
          <ac:spMkLst>
            <pc:docMk/>
            <pc:sldMk cId="2475140311" sldId="273"/>
            <ac:spMk id="2" creationId="{0815A31A-7C8A-C025-3824-79D62BB426DF}"/>
          </ac:spMkLst>
        </pc:spChg>
      </pc:sldChg>
      <pc:sldChg chg="addSp delSp modSp add replId">
        <pc:chgData name="Hema Varshini Danda" userId="bfe2217cb4a641f6" providerId="Windows Live" clId="Web-{0CFD14EB-52B5-4614-BE22-15CC6EBA04F9}" dt="2023-05-03T09:42:25.363" v="64" actId="1076"/>
        <pc:sldMkLst>
          <pc:docMk/>
          <pc:sldMk cId="3255210645" sldId="274"/>
        </pc:sldMkLst>
        <pc:spChg chg="del">
          <ac:chgData name="Hema Varshini Danda" userId="bfe2217cb4a641f6" providerId="Windows Live" clId="Web-{0CFD14EB-52B5-4614-BE22-15CC6EBA04F9}" dt="2023-05-03T09:34:14.547" v="12"/>
          <ac:spMkLst>
            <pc:docMk/>
            <pc:sldMk cId="3255210645" sldId="274"/>
            <ac:spMk id="2" creationId="{00000000-0000-0000-0000-000000000000}"/>
          </ac:spMkLst>
        </pc:spChg>
        <pc:spChg chg="mod">
          <ac:chgData name="Hema Varshini Danda" userId="bfe2217cb4a641f6" providerId="Windows Live" clId="Web-{0CFD14EB-52B5-4614-BE22-15CC6EBA04F9}" dt="2023-05-03T09:42:25.363" v="64" actId="1076"/>
          <ac:spMkLst>
            <pc:docMk/>
            <pc:sldMk cId="3255210645" sldId="274"/>
            <ac:spMk id="3" creationId="{00000000-0000-0000-0000-000000000000}"/>
          </ac:spMkLst>
        </pc:spChg>
        <pc:spChg chg="add del mod">
          <ac:chgData name="Hema Varshini Danda" userId="bfe2217cb4a641f6" providerId="Windows Live" clId="Web-{0CFD14EB-52B5-4614-BE22-15CC6EBA04F9}" dt="2023-05-03T09:34:19" v="13"/>
          <ac:spMkLst>
            <pc:docMk/>
            <pc:sldMk cId="3255210645" sldId="274"/>
            <ac:spMk id="5" creationId="{EDF90DCE-A210-ED90-F1E0-AC1B0A2D2551}"/>
          </ac:spMkLst>
        </pc:spChg>
        <pc:spChg chg="add del mod">
          <ac:chgData name="Hema Varshini Danda" userId="bfe2217cb4a641f6" providerId="Windows Live" clId="Web-{0CFD14EB-52B5-4614-BE22-15CC6EBA04F9}" dt="2023-05-03T09:37:47.242" v="30"/>
          <ac:spMkLst>
            <pc:docMk/>
            <pc:sldMk cId="3255210645" sldId="274"/>
            <ac:spMk id="9" creationId="{29A3ED25-91A9-3EF0-186B-E0B1BDA19E17}"/>
          </ac:spMkLst>
        </pc:spChg>
        <pc:spChg chg="add del">
          <ac:chgData name="Hema Varshini Danda" userId="bfe2217cb4a641f6" providerId="Windows Live" clId="Web-{0CFD14EB-52B5-4614-BE22-15CC6EBA04F9}" dt="2023-05-03T09:40:13.748" v="35"/>
          <ac:spMkLst>
            <pc:docMk/>
            <pc:sldMk cId="3255210645" sldId="274"/>
            <ac:spMk id="10" creationId="{2B707D3A-B9A7-8E11-9FB3-86EF3ED9D021}"/>
          </ac:spMkLst>
        </pc:spChg>
        <pc:spChg chg="add mod">
          <ac:chgData name="Hema Varshini Danda" userId="bfe2217cb4a641f6" providerId="Windows Live" clId="Web-{0CFD14EB-52B5-4614-BE22-15CC6EBA04F9}" dt="2023-05-03T09:42:17.456" v="62" actId="1076"/>
          <ac:spMkLst>
            <pc:docMk/>
            <pc:sldMk cId="3255210645" sldId="274"/>
            <ac:spMk id="11" creationId="{C0CE915A-E4B2-6225-3581-2E1B119A8327}"/>
          </ac:spMkLst>
        </pc:spChg>
        <pc:picChg chg="add del mod">
          <ac:chgData name="Hema Varshini Danda" userId="bfe2217cb4a641f6" providerId="Windows Live" clId="Web-{0CFD14EB-52B5-4614-BE22-15CC6EBA04F9}" dt="2023-05-03T09:36:38.037" v="24"/>
          <ac:picMkLst>
            <pc:docMk/>
            <pc:sldMk cId="3255210645" sldId="274"/>
            <ac:picMk id="6" creationId="{0329AB84-8FF5-E4FA-F847-339A4009EA5F}"/>
          </ac:picMkLst>
        </pc:picChg>
        <pc:picChg chg="add del mod">
          <ac:chgData name="Hema Varshini Danda" userId="bfe2217cb4a641f6" providerId="Windows Live" clId="Web-{0CFD14EB-52B5-4614-BE22-15CC6EBA04F9}" dt="2023-05-03T09:37:13.116" v="26"/>
          <ac:picMkLst>
            <pc:docMk/>
            <pc:sldMk cId="3255210645" sldId="274"/>
            <ac:picMk id="8" creationId="{BEE2B852-7DD9-CA60-00A7-C5D94FAA348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286570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27119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02004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45663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26534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92455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877637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554091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24414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56783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5/3/2023</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947005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5/3/2023</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790320"/>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ookman Old Style"/>
            </a:endParaRPr>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10582" y="47635"/>
            <a:ext cx="12192000" cy="6857989"/>
          </a:xfrm>
          <a:prstGeom prst="rect">
            <a:avLst/>
          </a:prstGeom>
        </p:spPr>
      </p:pic>
      <p:sp>
        <p:nvSpPr>
          <p:cNvPr id="25" name="Rectangle 24">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Bookman Old Style"/>
            </a:endParaRPr>
          </a:p>
        </p:txBody>
      </p:sp>
      <p:sp>
        <p:nvSpPr>
          <p:cNvPr id="2" name="Title 1"/>
          <p:cNvSpPr>
            <a:spLocks noGrp="1"/>
          </p:cNvSpPr>
          <p:nvPr>
            <p:ph type="ctrTitle"/>
          </p:nvPr>
        </p:nvSpPr>
        <p:spPr>
          <a:xfrm>
            <a:off x="-8511" y="990599"/>
            <a:ext cx="7951436" cy="4849091"/>
          </a:xfrm>
        </p:spPr>
        <p:txBody>
          <a:bodyPr anchor="ctr">
            <a:normAutofit/>
          </a:bodyPr>
          <a:lstStyle/>
          <a:p>
            <a:pPr algn="ctr"/>
            <a:r>
              <a:rPr lang="en-US" sz="2400" dirty="0">
                <a:solidFill>
                  <a:srgbClr val="FFFFFF"/>
                </a:solidFill>
                <a:latin typeface="Bookman Old Style"/>
              </a:rPr>
              <a:t>Hand written signature verification using </a:t>
            </a:r>
            <a:br>
              <a:rPr lang="en-US" sz="2400" dirty="0">
                <a:solidFill>
                  <a:srgbClr val="FFFFFF"/>
                </a:solidFill>
                <a:latin typeface="Bookman Old Style"/>
              </a:rPr>
            </a:br>
            <a:r>
              <a:rPr lang="en-US" sz="2400" dirty="0">
                <a:solidFill>
                  <a:srgbClr val="FFFFFF"/>
                </a:solidFill>
                <a:latin typeface="Bookman Old Style"/>
              </a:rPr>
              <a:t>convolutional neural networks</a:t>
            </a:r>
            <a:endParaRPr lang="en-US" dirty="0"/>
          </a:p>
        </p:txBody>
      </p:sp>
      <p:sp>
        <p:nvSpPr>
          <p:cNvPr id="3" name="Subtitle 2"/>
          <p:cNvSpPr>
            <a:spLocks noGrp="1"/>
          </p:cNvSpPr>
          <p:nvPr>
            <p:ph type="subTitle" idx="1"/>
          </p:nvPr>
        </p:nvSpPr>
        <p:spPr>
          <a:xfrm>
            <a:off x="8108833" y="2506132"/>
            <a:ext cx="4178884" cy="2663825"/>
          </a:xfrm>
        </p:spPr>
        <p:txBody>
          <a:bodyPr anchor="ctr">
            <a:normAutofit/>
          </a:bodyPr>
          <a:lstStyle/>
          <a:p>
            <a:r>
              <a:rPr lang="en-US" sz="1800" dirty="0">
                <a:solidFill>
                  <a:srgbClr val="FFFFFF"/>
                </a:solidFill>
                <a:latin typeface="Bookman Old Style"/>
              </a:rPr>
              <a:t>Project Team : 17</a:t>
            </a:r>
          </a:p>
          <a:p>
            <a:r>
              <a:rPr lang="en-US" sz="1800" dirty="0">
                <a:solidFill>
                  <a:srgbClr val="FFFFFF"/>
                </a:solidFill>
                <a:latin typeface="Bookman Old Style"/>
              </a:rPr>
              <a:t>Hema Varshini Danda (11607391)</a:t>
            </a:r>
          </a:p>
          <a:p>
            <a:r>
              <a:rPr lang="en-US" sz="1800" dirty="0">
                <a:solidFill>
                  <a:srgbClr val="FFFFFF"/>
                </a:solidFill>
                <a:latin typeface="Bookman Old Style"/>
              </a:rPr>
              <a:t>Dheeraj </a:t>
            </a:r>
            <a:r>
              <a:rPr lang="en-US" sz="1800" err="1">
                <a:solidFill>
                  <a:srgbClr val="FFFFFF"/>
                </a:solidFill>
                <a:latin typeface="Bookman Old Style"/>
              </a:rPr>
              <a:t>Avadhanula</a:t>
            </a:r>
            <a:r>
              <a:rPr lang="en-US" sz="1800" dirty="0">
                <a:solidFill>
                  <a:srgbClr val="FFFFFF"/>
                </a:solidFill>
                <a:latin typeface="Bookman Old Style"/>
              </a:rPr>
              <a:t> (11554271)</a:t>
            </a:r>
          </a:p>
        </p:txBody>
      </p:sp>
      <p:cxnSp>
        <p:nvCxnSpPr>
          <p:cNvPr id="27" name="Straight Connector 26">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49">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61" name="Rectangle 51">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833541" y="990599"/>
            <a:ext cx="5619054" cy="4849091"/>
          </a:xfrm>
        </p:spPr>
        <p:txBody>
          <a:bodyPr anchor="ctr">
            <a:normAutofit/>
          </a:bodyPr>
          <a:lstStyle/>
          <a:p>
            <a:pPr algn="r"/>
            <a:r>
              <a:rPr lang="en-US">
                <a:solidFill>
                  <a:srgbClr val="FFFFFF"/>
                </a:solidFill>
                <a:latin typeface="Bookman Old Style"/>
              </a:rPr>
              <a:t>contents</a:t>
            </a:r>
          </a:p>
        </p:txBody>
      </p:sp>
      <p:sp>
        <p:nvSpPr>
          <p:cNvPr id="3" name="Subtitle 2"/>
          <p:cNvSpPr>
            <a:spLocks noGrp="1"/>
          </p:cNvSpPr>
          <p:nvPr>
            <p:ph type="subTitle" idx="1"/>
          </p:nvPr>
        </p:nvSpPr>
        <p:spPr>
          <a:xfrm>
            <a:off x="8712865" y="1447799"/>
            <a:ext cx="2368905" cy="4076699"/>
          </a:xfrm>
        </p:spPr>
        <p:txBody>
          <a:bodyPr anchor="ctr">
            <a:normAutofit/>
          </a:bodyPr>
          <a:lstStyle/>
          <a:p>
            <a:pPr marL="342900" indent="-342900">
              <a:lnSpc>
                <a:spcPct val="110000"/>
              </a:lnSpc>
              <a:buFont typeface="Wingdings" panose="020B0604020202020204" pitchFamily="34" charset="0"/>
              <a:buChar char="§"/>
            </a:pPr>
            <a:r>
              <a:rPr lang="en-US" sz="1700" dirty="0">
                <a:solidFill>
                  <a:srgbClr val="FFFFFF"/>
                </a:solidFill>
                <a:latin typeface="Bookman Old Style"/>
              </a:rPr>
              <a:t>Introduction.</a:t>
            </a:r>
          </a:p>
          <a:p>
            <a:pPr marL="342900" indent="-342900">
              <a:lnSpc>
                <a:spcPct val="110000"/>
              </a:lnSpc>
              <a:buFont typeface="Wingdings" panose="020B0604020202020204" pitchFamily="34" charset="0"/>
              <a:buChar char="§"/>
            </a:pPr>
            <a:r>
              <a:rPr lang="en-US" sz="1700" dirty="0">
                <a:solidFill>
                  <a:srgbClr val="FFFFFF"/>
                </a:solidFill>
                <a:latin typeface="Bookman Old Style"/>
              </a:rPr>
              <a:t>Motivation.</a:t>
            </a:r>
            <a:endParaRPr lang="en-US" sz="1700">
              <a:solidFill>
                <a:srgbClr val="FFFFFF"/>
              </a:solidFill>
            </a:endParaRPr>
          </a:p>
          <a:p>
            <a:pPr marL="342900" indent="-342900">
              <a:lnSpc>
                <a:spcPct val="110000"/>
              </a:lnSpc>
              <a:buFont typeface="Wingdings" panose="020B0604020202020204" pitchFamily="34" charset="0"/>
              <a:buChar char="§"/>
            </a:pPr>
            <a:r>
              <a:rPr lang="en-US" sz="1700" dirty="0">
                <a:solidFill>
                  <a:srgbClr val="FFFFFF"/>
                </a:solidFill>
                <a:latin typeface="Bookman Old Style"/>
              </a:rPr>
              <a:t>Literature.</a:t>
            </a:r>
          </a:p>
          <a:p>
            <a:pPr marL="342900" indent="-342900">
              <a:lnSpc>
                <a:spcPct val="110000"/>
              </a:lnSpc>
              <a:buFont typeface="Wingdings" panose="020B0604020202020204" pitchFamily="34" charset="0"/>
              <a:buChar char="§"/>
            </a:pPr>
            <a:r>
              <a:rPr lang="en-US" sz="1700" dirty="0">
                <a:solidFill>
                  <a:srgbClr val="FFFFFF"/>
                </a:solidFill>
                <a:latin typeface="Bookman Old Style"/>
              </a:rPr>
              <a:t>Model Approach.</a:t>
            </a:r>
          </a:p>
          <a:p>
            <a:pPr marL="342900" indent="-342900">
              <a:lnSpc>
                <a:spcPct val="110000"/>
              </a:lnSpc>
              <a:buFont typeface="Wingdings" panose="020B0604020202020204" pitchFamily="34" charset="0"/>
              <a:buChar char="§"/>
            </a:pPr>
            <a:r>
              <a:rPr lang="en-US" sz="1700" dirty="0">
                <a:solidFill>
                  <a:srgbClr val="FFFFFF"/>
                </a:solidFill>
                <a:latin typeface="Bookman Old Style"/>
              </a:rPr>
              <a:t>Technical Part.</a:t>
            </a:r>
          </a:p>
          <a:p>
            <a:pPr marL="342900" indent="-342900">
              <a:lnSpc>
                <a:spcPct val="110000"/>
              </a:lnSpc>
              <a:buFont typeface="Wingdings" panose="020B0604020202020204" pitchFamily="34" charset="0"/>
              <a:buChar char="§"/>
            </a:pPr>
            <a:r>
              <a:rPr lang="en-US" sz="1700" dirty="0">
                <a:solidFill>
                  <a:srgbClr val="FFFFFF"/>
                </a:solidFill>
                <a:latin typeface="Bookman Old Style"/>
              </a:rPr>
              <a:t>Results.</a:t>
            </a:r>
          </a:p>
          <a:p>
            <a:pPr marL="342900" indent="-342900">
              <a:lnSpc>
                <a:spcPct val="110000"/>
              </a:lnSpc>
              <a:buFont typeface="Wingdings" panose="020B0604020202020204" pitchFamily="34" charset="0"/>
              <a:buChar char="§"/>
            </a:pPr>
            <a:r>
              <a:rPr lang="en-US" sz="1700" dirty="0">
                <a:solidFill>
                  <a:srgbClr val="FFFFFF"/>
                </a:solidFill>
                <a:latin typeface="Bookman Old Style"/>
              </a:rPr>
              <a:t>Challenges faced.</a:t>
            </a:r>
          </a:p>
          <a:p>
            <a:pPr marL="342900" indent="-342900">
              <a:lnSpc>
                <a:spcPct val="110000"/>
              </a:lnSpc>
              <a:buFont typeface="Wingdings" panose="020B0604020202020204" pitchFamily="34" charset="0"/>
              <a:buChar char="§"/>
            </a:pPr>
            <a:r>
              <a:rPr lang="en-US" sz="1700" dirty="0">
                <a:solidFill>
                  <a:srgbClr val="FFFFFF"/>
                </a:solidFill>
                <a:latin typeface="Bookman Old Style"/>
              </a:rPr>
              <a:t>Conclusion.</a:t>
            </a:r>
          </a:p>
          <a:p>
            <a:pPr marL="342900" indent="-342900">
              <a:lnSpc>
                <a:spcPct val="110000"/>
              </a:lnSpc>
              <a:buFont typeface="Wingdings" panose="020B0604020202020204" pitchFamily="34" charset="0"/>
              <a:buChar char="§"/>
            </a:pPr>
            <a:r>
              <a:rPr lang="en-US" sz="1700" dirty="0">
                <a:solidFill>
                  <a:srgbClr val="FFFFFF"/>
                </a:solidFill>
                <a:latin typeface="Bookman Old Style"/>
              </a:rPr>
              <a:t>References.</a:t>
            </a:r>
          </a:p>
        </p:txBody>
      </p:sp>
      <p:cxnSp>
        <p:nvCxnSpPr>
          <p:cNvPr id="62" name="Straight Connector 53">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751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47885" y="871759"/>
            <a:ext cx="2675375" cy="793599"/>
          </a:xfrm>
        </p:spPr>
        <p:txBody>
          <a:bodyPr anchor="t">
            <a:normAutofit fontScale="90000"/>
          </a:bodyPr>
          <a:lstStyle/>
          <a:p>
            <a:r>
              <a:rPr lang="en-US" sz="2400" dirty="0">
                <a:solidFill>
                  <a:srgbClr val="FFFFFF"/>
                </a:solidFill>
                <a:latin typeface="Bookman Old Style"/>
              </a:rPr>
              <a:t>introduction</a:t>
            </a:r>
            <a:endParaRPr lang="en-US" dirty="0"/>
          </a:p>
        </p:txBody>
      </p:sp>
      <p:sp>
        <p:nvSpPr>
          <p:cNvPr id="3" name="Subtitle 2"/>
          <p:cNvSpPr>
            <a:spLocks noGrp="1"/>
          </p:cNvSpPr>
          <p:nvPr>
            <p:ph type="subTitle" idx="1"/>
          </p:nvPr>
        </p:nvSpPr>
        <p:spPr>
          <a:xfrm>
            <a:off x="695326" y="1818148"/>
            <a:ext cx="11049413" cy="4759899"/>
          </a:xfrm>
        </p:spPr>
        <p:txBody>
          <a:bodyPr anchor="t">
            <a:normAutofit lnSpcReduction="10000"/>
          </a:bodyPr>
          <a:lstStyle/>
          <a:p>
            <a:pPr marL="342900" indent="-342900" algn="just">
              <a:buFont typeface="Wingdings" panose="020B0604020202020204" pitchFamily="34" charset="0"/>
              <a:buChar char="§"/>
            </a:pPr>
            <a:r>
              <a:rPr lang="en-US" sz="2100" dirty="0">
                <a:solidFill>
                  <a:srgbClr val="FFFFFF"/>
                </a:solidFill>
                <a:latin typeface="Bookman Old Style"/>
              </a:rPr>
              <a:t>Signature verification programming has now turned out to be light weight, quick, adaptable with different alternatives for capacity, numerous marks against one ID and an enormous database.</a:t>
            </a:r>
            <a:endParaRPr lang="en-US"/>
          </a:p>
          <a:p>
            <a:pPr marL="342900" indent="-342900" algn="just">
              <a:buFont typeface="Wingdings" panose="020B0604020202020204" pitchFamily="34" charset="0"/>
              <a:buChar char="§"/>
            </a:pPr>
            <a:endParaRPr lang="en-US" sz="2100" dirty="0">
              <a:solidFill>
                <a:srgbClr val="FFFFFF"/>
              </a:solidFill>
              <a:latin typeface="Bookman Old Style"/>
            </a:endParaRPr>
          </a:p>
          <a:p>
            <a:pPr marL="342900" indent="-342900" algn="just">
              <a:buFont typeface="Wingdings" panose="020B0604020202020204" pitchFamily="34" charset="0"/>
              <a:buChar char="§"/>
            </a:pPr>
            <a:r>
              <a:rPr lang="en-US" sz="2100" dirty="0">
                <a:solidFill>
                  <a:srgbClr val="FFFFFF"/>
                </a:solidFill>
                <a:latin typeface="Bookman Old Style"/>
              </a:rPr>
              <a:t>So when a signature is to be verified, then we need to check it with the whole database. This procedure requires more time and it is less efficient.</a:t>
            </a:r>
          </a:p>
          <a:p>
            <a:pPr marL="342900" indent="-342900" algn="just">
              <a:buFont typeface="Wingdings" panose="020B0604020202020204" pitchFamily="34" charset="0"/>
              <a:buChar char="§"/>
            </a:pPr>
            <a:endParaRPr lang="en-US" sz="2100" dirty="0">
              <a:solidFill>
                <a:srgbClr val="FFFFFF"/>
              </a:solidFill>
              <a:latin typeface="Bookman Old Style"/>
            </a:endParaRPr>
          </a:p>
          <a:p>
            <a:pPr marL="342900" indent="-342900" algn="just">
              <a:buFont typeface="Wingdings" panose="020B0604020202020204" pitchFamily="34" charset="0"/>
              <a:buChar char="§"/>
            </a:pPr>
            <a:r>
              <a:rPr lang="en-US" sz="2100" dirty="0">
                <a:solidFill>
                  <a:srgbClr val="FFFFFF"/>
                </a:solidFill>
                <a:latin typeface="Bookman Old Style"/>
              </a:rPr>
              <a:t>To improve the efficiency Artificial Neural Networks through which the results can be obtained in less time. As handwritten signatures are images, so we used </a:t>
            </a:r>
            <a:r>
              <a:rPr lang="en-US" sz="2100" err="1">
                <a:solidFill>
                  <a:srgbClr val="FFFFFF"/>
                </a:solidFill>
                <a:latin typeface="Bookman Old Style"/>
              </a:rPr>
              <a:t>ConvNet</a:t>
            </a:r>
            <a:r>
              <a:rPr lang="en-US" sz="2100" dirty="0">
                <a:solidFill>
                  <a:srgbClr val="FFFFFF"/>
                </a:solidFill>
                <a:latin typeface="Bookman Old Style"/>
              </a:rPr>
              <a:t> ( Convolutional Neural Networks) most commonly used to classify the images.</a:t>
            </a:r>
          </a:p>
          <a:p>
            <a:pPr marL="342900" indent="-342900">
              <a:buFont typeface="Wingdings" panose="020B0604020202020204" pitchFamily="34" charset="0"/>
              <a:buChar char="§"/>
            </a:pPr>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288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53718" y="871759"/>
            <a:ext cx="2303749" cy="793599"/>
          </a:xfrm>
        </p:spPr>
        <p:txBody>
          <a:bodyPr anchor="t">
            <a:normAutofit/>
          </a:bodyPr>
          <a:lstStyle/>
          <a:p>
            <a:r>
              <a:rPr lang="en-US" sz="2400" dirty="0">
                <a:solidFill>
                  <a:srgbClr val="FFFFFF"/>
                </a:solidFill>
                <a:latin typeface="Bookman Old Style"/>
              </a:rPr>
              <a:t>MOTIVATION</a:t>
            </a:r>
            <a:endParaRPr lang="en-US" dirty="0"/>
          </a:p>
        </p:txBody>
      </p:sp>
      <p:sp>
        <p:nvSpPr>
          <p:cNvPr id="3" name="Subtitle 2"/>
          <p:cNvSpPr>
            <a:spLocks noGrp="1"/>
          </p:cNvSpPr>
          <p:nvPr>
            <p:ph type="subTitle" idx="1"/>
          </p:nvPr>
        </p:nvSpPr>
        <p:spPr>
          <a:xfrm>
            <a:off x="755197" y="1524234"/>
            <a:ext cx="11049413" cy="4759899"/>
          </a:xfrm>
        </p:spPr>
        <p:txBody>
          <a:bodyPr anchor="t">
            <a:normAutofit fontScale="92500" lnSpcReduction="10000"/>
          </a:bodyPr>
          <a:lstStyle/>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The main objective of signature verification systems is to discriminate if a given signature is genuine, or a forgery.</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a typeface="+mn-lt"/>
              <a:cs typeface="+mn-lt"/>
            </a:endParaRPr>
          </a:p>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Signature verification programming has now turned out to be lightweight, quick, adaptable with different alternatives capacity, numerous marks against one ID and an enormous database.</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a typeface="+mn-lt"/>
              <a:cs typeface="+mn-lt"/>
            </a:endParaRPr>
          </a:p>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So, when a signature is to be verified, then we need to  check it with the old database. This procedure requires more time and it is less efficient.</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a typeface="+mn-lt"/>
              <a:cs typeface="+mn-lt"/>
            </a:endParaRPr>
          </a:p>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This has demonstrated to be a challenging task, in particular in the offline (Static) scenario that uses images of scanned signatures.</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ndParaRPr>
          </a:p>
          <a:p>
            <a:pPr marL="342900" indent="-342900" algn="just">
              <a:buFont typeface="Wingdings" panose="020B0604020202020204" pitchFamily="34" charset="0"/>
              <a:buChar char="§"/>
            </a:pPr>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185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72718" y="871759"/>
            <a:ext cx="3405625" cy="793599"/>
          </a:xfrm>
        </p:spPr>
        <p:txBody>
          <a:bodyPr anchor="t">
            <a:normAutofit fontScale="90000"/>
          </a:bodyPr>
          <a:lstStyle/>
          <a:p>
            <a:r>
              <a:rPr lang="en-US" sz="2400" dirty="0">
                <a:solidFill>
                  <a:srgbClr val="FFFFFF"/>
                </a:solidFill>
                <a:latin typeface="Bookman Old Style"/>
              </a:rPr>
              <a:t>Literature survey</a:t>
            </a:r>
            <a:br>
              <a:rPr lang="en-US" sz="2400" dirty="0">
                <a:solidFill>
                  <a:srgbClr val="FFFFFF"/>
                </a:solidFill>
                <a:latin typeface="Bookman Old Style"/>
              </a:rPr>
            </a:br>
            <a:endParaRPr lang="en-US"/>
          </a:p>
        </p:txBody>
      </p:sp>
      <p:sp>
        <p:nvSpPr>
          <p:cNvPr id="3" name="Subtitle 2"/>
          <p:cNvSpPr>
            <a:spLocks noGrp="1"/>
          </p:cNvSpPr>
          <p:nvPr>
            <p:ph type="subTitle" idx="1"/>
          </p:nvPr>
        </p:nvSpPr>
        <p:spPr>
          <a:xfrm>
            <a:off x="547160" y="1818148"/>
            <a:ext cx="11197579" cy="4759899"/>
          </a:xfrm>
        </p:spPr>
        <p:txBody>
          <a:bodyPr anchor="t">
            <a:normAutofit/>
          </a:bodyPr>
          <a:lstStyle/>
          <a:p>
            <a:pPr marL="342900" indent="-342900" algn="just">
              <a:buFont typeface="Wingdings" panose="020B0604020202020204" pitchFamily="34" charset="0"/>
              <a:buChar char="§"/>
            </a:pPr>
            <a:r>
              <a:rPr lang="en-US" sz="2100" dirty="0">
                <a:solidFill>
                  <a:srgbClr val="FFFFFF"/>
                </a:solidFill>
                <a:latin typeface="Bookman Old Style"/>
              </a:rPr>
              <a:t>One technique is PMT (Pixel matching Technique), where the image of the signature is divided into pictures. After clearing the noise form the pixels, then the verification is done whether the signature is genuine or not.</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ndParaRPr>
          </a:p>
          <a:p>
            <a:pPr marL="342900" indent="-342900" algn="just">
              <a:buFont typeface="Wingdings" panose="020B0604020202020204" pitchFamily="34" charset="0"/>
              <a:buChar char="§"/>
            </a:pPr>
            <a:r>
              <a:rPr lang="en-US" sz="2100" dirty="0">
                <a:solidFill>
                  <a:srgbClr val="FFFFFF"/>
                </a:solidFill>
                <a:latin typeface="Bookman Old Style"/>
              </a:rPr>
              <a:t>Another technique is based on Image recognition, DWT ( Discrete Wavelet Transform) and Image Fusion.</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ndParaRPr>
          </a:p>
          <a:p>
            <a:pPr marL="342900" indent="-342900" algn="just">
              <a:buFont typeface="Wingdings" panose="020B0604020202020204" pitchFamily="34" charset="0"/>
              <a:buChar char="§"/>
            </a:pPr>
            <a:r>
              <a:rPr lang="en-US" sz="2100" dirty="0">
                <a:solidFill>
                  <a:srgbClr val="FFFFFF"/>
                </a:solidFill>
                <a:latin typeface="Bookman Old Style"/>
              </a:rPr>
              <a:t>To extract features, at first, DWT is used to access details of signature; In. the classification phase, Euclidean distance between the test image and each pattern is used in different sub-bands.</a:t>
            </a:r>
            <a:endParaRPr lang="en-US" dirty="0"/>
          </a:p>
          <a:p>
            <a:pPr marL="342900" indent="-342900" algn="just">
              <a:buFont typeface="Wingdings" panose="020B0604020202020204" pitchFamily="34" charset="0"/>
              <a:buChar char="§"/>
            </a:pPr>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715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712542" cy="793599"/>
          </a:xfrm>
        </p:spPr>
        <p:txBody>
          <a:bodyPr anchor="t">
            <a:normAutofit/>
          </a:bodyPr>
          <a:lstStyle/>
          <a:p>
            <a:r>
              <a:rPr lang="en-US" sz="2400" dirty="0">
                <a:solidFill>
                  <a:srgbClr val="FFFFFF"/>
                </a:solidFill>
                <a:latin typeface="Bookman Old Style"/>
              </a:rPr>
              <a:t>Literature survey</a:t>
            </a:r>
          </a:p>
        </p:txBody>
      </p:sp>
      <p:sp>
        <p:nvSpPr>
          <p:cNvPr id="3" name="Subtitle 2"/>
          <p:cNvSpPr>
            <a:spLocks noGrp="1"/>
          </p:cNvSpPr>
          <p:nvPr>
            <p:ph type="subTitle" idx="1"/>
          </p:nvPr>
        </p:nvSpPr>
        <p:spPr>
          <a:xfrm>
            <a:off x="6458102" y="4980448"/>
            <a:ext cx="4976394" cy="1701014"/>
          </a:xfrm>
        </p:spPr>
        <p:txBody>
          <a:bodyPr anchor="t">
            <a:normAutofit/>
          </a:bodyPr>
          <a:lstStyle/>
          <a:p>
            <a:pPr algn="just"/>
            <a:r>
              <a:rPr lang="en-US" sz="1800" dirty="0">
                <a:solidFill>
                  <a:srgbClr val="FFFFFF"/>
                </a:solidFill>
                <a:latin typeface="Bookman Old Style"/>
              </a:rPr>
              <a:t>Example of a comparison between </a:t>
            </a:r>
            <a:r>
              <a:rPr lang="en-US" sz="1800" dirty="0" err="1">
                <a:solidFill>
                  <a:srgbClr val="FFFFFF"/>
                </a:solidFill>
                <a:latin typeface="Bookman Old Style"/>
              </a:rPr>
              <a:t>a</a:t>
            </a:r>
            <a:r>
              <a:rPr lang="en-US" sz="1800" dirty="0">
                <a:solidFill>
                  <a:srgbClr val="FFFFFF"/>
                </a:solidFill>
                <a:latin typeface="Bookman Old Style"/>
              </a:rPr>
              <a:t> original signature, a professional forgery and a forgery made by a person without knowledge of the original signature.</a:t>
            </a:r>
            <a:endParaRPr lang="en-US" sz="2100" dirty="0">
              <a:solidFill>
                <a:srgbClr val="FFFFFF"/>
              </a:solidFill>
              <a:latin typeface="Bookman Old Style"/>
            </a:endParaRPr>
          </a:p>
          <a:p>
            <a:pPr algn="just"/>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pic>
        <p:nvPicPr>
          <p:cNvPr id="4" name="Picture 4" descr="A picture containing diagram&#10;&#10;Description automatically generated">
            <a:extLst>
              <a:ext uri="{FF2B5EF4-FFF2-40B4-BE49-F238E27FC236}">
                <a16:creationId xmlns:a16="http://schemas.microsoft.com/office/drawing/2014/main" id="{6AF64AF3-C360-B8A2-A042-DD7B3F78CFE3}"/>
              </a:ext>
            </a:extLst>
          </p:cNvPr>
          <p:cNvPicPr>
            <a:picLocks noChangeAspect="1"/>
          </p:cNvPicPr>
          <p:nvPr/>
        </p:nvPicPr>
        <p:blipFill>
          <a:blip r:embed="rId3"/>
          <a:stretch>
            <a:fillRect/>
          </a:stretch>
        </p:blipFill>
        <p:spPr>
          <a:xfrm>
            <a:off x="1279072" y="2049842"/>
            <a:ext cx="5546271" cy="2758318"/>
          </a:xfrm>
          <a:prstGeom prst="rect">
            <a:avLst/>
          </a:prstGeom>
        </p:spPr>
      </p:pic>
    </p:spTree>
    <p:extLst>
      <p:ext uri="{BB962C8B-B14F-4D97-AF65-F5344CB8AC3E}">
        <p14:creationId xmlns:p14="http://schemas.microsoft.com/office/powerpoint/2010/main" val="413241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fontScale="90000"/>
          </a:bodyPr>
          <a:lstStyle/>
          <a:p>
            <a:r>
              <a:rPr lang="en-US" sz="2400" dirty="0">
                <a:solidFill>
                  <a:srgbClr val="FFFFFF"/>
                </a:solidFill>
                <a:latin typeface="Bookman Old Style"/>
              </a:rPr>
              <a:t>Proposed Method</a:t>
            </a:r>
            <a:endParaRPr lang="en-US" dirty="0"/>
          </a:p>
        </p:txBody>
      </p:sp>
      <p:sp>
        <p:nvSpPr>
          <p:cNvPr id="3" name="Subtitle 2"/>
          <p:cNvSpPr>
            <a:spLocks noGrp="1"/>
          </p:cNvSpPr>
          <p:nvPr>
            <p:ph type="subTitle" idx="1"/>
          </p:nvPr>
        </p:nvSpPr>
        <p:spPr>
          <a:xfrm>
            <a:off x="547160" y="1818148"/>
            <a:ext cx="11197579" cy="4759899"/>
          </a:xfrm>
        </p:spPr>
        <p:txBody>
          <a:bodyPr anchor="t">
            <a:normAutofit/>
          </a:bodyPr>
          <a:lstStyle/>
          <a:p>
            <a:pPr marL="342900" indent="-342900" algn="just">
              <a:buFont typeface="Courier New" panose="020B0604020202020204" pitchFamily="34" charset="0"/>
              <a:buChar char="o"/>
            </a:pPr>
            <a:r>
              <a:rPr lang="en-US" sz="2100" dirty="0">
                <a:solidFill>
                  <a:srgbClr val="FFFFFF"/>
                </a:solidFill>
                <a:latin typeface="Bookman Old Style"/>
              </a:rPr>
              <a:t>In our proposed Solution, we have 3 steps to be done</a:t>
            </a:r>
          </a:p>
          <a:p>
            <a:pPr marL="1828800" lvl="3" indent="-457200" algn="just">
              <a:buAutoNum type="alphaLcParenR"/>
            </a:pPr>
            <a:r>
              <a:rPr lang="en-US" sz="1700" dirty="0">
                <a:solidFill>
                  <a:srgbClr val="FFFFFF"/>
                </a:solidFill>
                <a:latin typeface="Bookman Old Style"/>
              </a:rPr>
              <a:t>Preprocessing</a:t>
            </a:r>
          </a:p>
          <a:p>
            <a:pPr marL="1828800" lvl="3" indent="-457200" algn="just">
              <a:buAutoNum type="alphaLcParenR"/>
            </a:pPr>
            <a:r>
              <a:rPr lang="en-US" sz="1700" dirty="0">
                <a:solidFill>
                  <a:srgbClr val="FFFFFF"/>
                </a:solidFill>
                <a:latin typeface="Bookman Old Style"/>
              </a:rPr>
              <a:t>Network Training</a:t>
            </a:r>
          </a:p>
          <a:p>
            <a:pPr marL="1828800" lvl="3" indent="-457200" algn="just">
              <a:buAutoNum type="alphaLcParenR"/>
            </a:pPr>
            <a:r>
              <a:rPr lang="en-US" sz="1700" dirty="0">
                <a:solidFill>
                  <a:srgbClr val="FFFFFF"/>
                </a:solidFill>
                <a:latin typeface="Bookman Old Style"/>
              </a:rPr>
              <a:t>Signature Verification</a:t>
            </a:r>
          </a:p>
          <a:p>
            <a:pPr lvl="3" algn="just"/>
            <a:endParaRPr lang="en-US" sz="1700">
              <a:solidFill>
                <a:srgbClr val="FFFFFF"/>
              </a:solidFill>
              <a:latin typeface="Bookman Old Style"/>
            </a:endParaRPr>
          </a:p>
          <a:p>
            <a:pPr marL="342900" indent="-342900" algn="just">
              <a:buFont typeface="Courier New" panose="020B0604020202020204" pitchFamily="34" charset="0"/>
              <a:buChar char="o"/>
            </a:pPr>
            <a:r>
              <a:rPr lang="en-US" sz="2100" dirty="0">
                <a:solidFill>
                  <a:srgbClr val="FFFFFF"/>
                </a:solidFill>
                <a:latin typeface="Bookman Old Style"/>
              </a:rPr>
              <a:t>In Preprocessing, noise removal and segregation of images into genuine and forged ones.</a:t>
            </a:r>
          </a:p>
          <a:p>
            <a:pPr marL="342900" indent="-342900" algn="just">
              <a:buFont typeface="Courier New" panose="020B0604020202020204" pitchFamily="34" charset="0"/>
              <a:buChar char="o"/>
            </a:pPr>
            <a:r>
              <a:rPr lang="en-US" sz="2100" dirty="0">
                <a:solidFill>
                  <a:srgbClr val="FFFFFF"/>
                </a:solidFill>
                <a:latin typeface="Bookman Old Style"/>
              </a:rPr>
              <a:t>The network must be trained with both forged and genuine signatures. So these images are sent through series of layers.</a:t>
            </a:r>
          </a:p>
          <a:p>
            <a:pPr marL="342900" indent="-342900" algn="just">
              <a:buFont typeface="Courier New" panose="020B0604020202020204" pitchFamily="34" charset="0"/>
              <a:buChar char="o"/>
            </a:pPr>
            <a:r>
              <a:rPr lang="en-US" sz="2100" dirty="0">
                <a:solidFill>
                  <a:srgbClr val="FFFFFF"/>
                </a:solidFill>
                <a:latin typeface="Bookman Old Style"/>
              </a:rPr>
              <a:t>Coming to the verification, the test dataset is sent to the network based on the features in the network the signature could be verified.</a:t>
            </a:r>
          </a:p>
          <a:p>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913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fontScale="90000"/>
          </a:bodyPr>
          <a:lstStyle/>
          <a:p>
            <a:r>
              <a:rPr lang="en-US" sz="2400" dirty="0">
                <a:solidFill>
                  <a:srgbClr val="FFFFFF"/>
                </a:solidFill>
                <a:latin typeface="Bookman Old Style"/>
              </a:rPr>
              <a:t>Proposed Method</a:t>
            </a:r>
            <a:endParaRPr lang="en-US" dirty="0"/>
          </a:p>
        </p:txBody>
      </p:sp>
      <p:sp>
        <p:nvSpPr>
          <p:cNvPr id="3" name="Subtitle 2"/>
          <p:cNvSpPr>
            <a:spLocks noGrp="1"/>
          </p:cNvSpPr>
          <p:nvPr>
            <p:ph type="subTitle" idx="1"/>
          </p:nvPr>
        </p:nvSpPr>
        <p:spPr>
          <a:xfrm>
            <a:off x="547160" y="1818148"/>
            <a:ext cx="11197579" cy="4759899"/>
          </a:xfrm>
        </p:spPr>
        <p:txBody>
          <a:bodyPr anchor="t">
            <a:normAutofit/>
          </a:bodyPr>
          <a:lstStyle/>
          <a:p>
            <a:pPr algn="just"/>
            <a:r>
              <a:rPr lang="en-US" sz="2100" dirty="0">
                <a:solidFill>
                  <a:srgbClr val="FFFFFF"/>
                </a:solidFill>
                <a:latin typeface="Bookman Old Style"/>
              </a:rPr>
              <a:t>Here is the work flow.</a:t>
            </a:r>
          </a:p>
          <a:p>
            <a:pPr algn="just"/>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pic>
        <p:nvPicPr>
          <p:cNvPr id="5" name="Picture 5" descr="A picture containing graphical user interface&#10;&#10;Description automatically generated">
            <a:extLst>
              <a:ext uri="{FF2B5EF4-FFF2-40B4-BE49-F238E27FC236}">
                <a16:creationId xmlns:a16="http://schemas.microsoft.com/office/drawing/2014/main" id="{9D509EA3-3FC2-E3D5-5FB8-142717EBF4BB}"/>
              </a:ext>
            </a:extLst>
          </p:cNvPr>
          <p:cNvPicPr>
            <a:picLocks noChangeAspect="1"/>
          </p:cNvPicPr>
          <p:nvPr/>
        </p:nvPicPr>
        <p:blipFill>
          <a:blip r:embed="rId3"/>
          <a:stretch>
            <a:fillRect/>
          </a:stretch>
        </p:blipFill>
        <p:spPr>
          <a:xfrm>
            <a:off x="1861456" y="2486672"/>
            <a:ext cx="8137071" cy="3430426"/>
          </a:xfrm>
          <a:prstGeom prst="rect">
            <a:avLst/>
          </a:prstGeom>
        </p:spPr>
      </p:pic>
    </p:spTree>
    <p:extLst>
      <p:ext uri="{BB962C8B-B14F-4D97-AF65-F5344CB8AC3E}">
        <p14:creationId xmlns:p14="http://schemas.microsoft.com/office/powerpoint/2010/main" val="2787893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a:bodyPr>
          <a:lstStyle/>
          <a:p>
            <a:r>
              <a:rPr lang="en-US" sz="2400" dirty="0">
                <a:solidFill>
                  <a:srgbClr val="FFFFFF"/>
                </a:solidFill>
                <a:latin typeface="Bookman Old Style"/>
              </a:rPr>
              <a:t>WORK PROCESS</a:t>
            </a:r>
          </a:p>
        </p:txBody>
      </p:sp>
      <p:sp>
        <p:nvSpPr>
          <p:cNvPr id="3" name="Subtitle 2"/>
          <p:cNvSpPr>
            <a:spLocks noGrp="1"/>
          </p:cNvSpPr>
          <p:nvPr>
            <p:ph type="subTitle" idx="1"/>
          </p:nvPr>
        </p:nvSpPr>
        <p:spPr>
          <a:xfrm>
            <a:off x="547160" y="1818148"/>
            <a:ext cx="3740865" cy="4759899"/>
          </a:xfrm>
        </p:spPr>
        <p:txBody>
          <a:bodyPr anchor="t">
            <a:normAutofit/>
          </a:bodyPr>
          <a:lstStyle/>
          <a:p>
            <a:pPr algn="just"/>
            <a:r>
              <a:rPr lang="en-US" sz="2100" dirty="0">
                <a:solidFill>
                  <a:srgbClr val="FFFFFF"/>
                </a:solidFill>
                <a:latin typeface="Bookman Old Style"/>
              </a:rPr>
              <a:t>Here is our work process.</a:t>
            </a:r>
          </a:p>
          <a:p>
            <a:pPr algn="just"/>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pic>
        <p:nvPicPr>
          <p:cNvPr id="4" name="Picture 5" descr="Diagram&#10;&#10;Description automatically generated">
            <a:extLst>
              <a:ext uri="{FF2B5EF4-FFF2-40B4-BE49-F238E27FC236}">
                <a16:creationId xmlns:a16="http://schemas.microsoft.com/office/drawing/2014/main" id="{541C574B-3F28-2B00-DDAE-9D0B57CB410D}"/>
              </a:ext>
            </a:extLst>
          </p:cNvPr>
          <p:cNvPicPr>
            <a:picLocks noChangeAspect="1"/>
          </p:cNvPicPr>
          <p:nvPr/>
        </p:nvPicPr>
        <p:blipFill>
          <a:blip r:embed="rId3"/>
          <a:stretch>
            <a:fillRect/>
          </a:stretch>
        </p:blipFill>
        <p:spPr>
          <a:xfrm>
            <a:off x="4767943" y="1350790"/>
            <a:ext cx="6656614" cy="5179677"/>
          </a:xfrm>
          <a:prstGeom prst="rect">
            <a:avLst/>
          </a:prstGeom>
        </p:spPr>
      </p:pic>
    </p:spTree>
    <p:extLst>
      <p:ext uri="{BB962C8B-B14F-4D97-AF65-F5344CB8AC3E}">
        <p14:creationId xmlns:p14="http://schemas.microsoft.com/office/powerpoint/2010/main" val="1202236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a:bodyPr>
          <a:lstStyle/>
          <a:p>
            <a:r>
              <a:rPr lang="en-US" sz="2400" dirty="0">
                <a:solidFill>
                  <a:srgbClr val="FFFFFF"/>
                </a:solidFill>
                <a:latin typeface="Bookman Old Style"/>
              </a:rPr>
              <a:t>pickling</a:t>
            </a:r>
            <a:endParaRPr lang="en-US" dirty="0"/>
          </a:p>
        </p:txBody>
      </p:sp>
      <p:sp>
        <p:nvSpPr>
          <p:cNvPr id="3" name="Subtitle 2"/>
          <p:cNvSpPr>
            <a:spLocks noGrp="1"/>
          </p:cNvSpPr>
          <p:nvPr>
            <p:ph type="subTitle" idx="1"/>
          </p:nvPr>
        </p:nvSpPr>
        <p:spPr>
          <a:xfrm>
            <a:off x="536577" y="2061565"/>
            <a:ext cx="11197579" cy="4759899"/>
          </a:xfrm>
        </p:spPr>
        <p:txBody>
          <a:bodyPr anchor="t">
            <a:normAutofit/>
          </a:bodyPr>
          <a:lstStyle/>
          <a:p>
            <a:pPr marL="342900" indent="-342900" algn="just">
              <a:buFont typeface="Courier New" panose="020B0604020202020204" pitchFamily="34" charset="0"/>
              <a:buChar char="o"/>
            </a:pPr>
            <a:r>
              <a:rPr lang="en-US" sz="2100" dirty="0">
                <a:solidFill>
                  <a:srgbClr val="FFFFFF"/>
                </a:solidFill>
                <a:latin typeface="Bookman Old Style"/>
              </a:rPr>
              <a:t>The dataset contains large number of files so every time adding them to the training set would be difficult so pickle the datasets i.e., serializing the python </a:t>
            </a:r>
            <a:r>
              <a:rPr lang="en-US" sz="2100">
                <a:solidFill>
                  <a:srgbClr val="FFFFFF"/>
                </a:solidFill>
                <a:latin typeface="Bookman Old Style"/>
              </a:rPr>
              <a:t>object.</a:t>
            </a:r>
          </a:p>
          <a:p>
            <a:pPr marL="342900" indent="-342900" algn="just">
              <a:buFont typeface="Courier New" panose="020B0604020202020204" pitchFamily="34" charset="0"/>
              <a:buChar char="o"/>
            </a:pPr>
            <a:r>
              <a:rPr lang="en-US" sz="2100" dirty="0">
                <a:solidFill>
                  <a:srgbClr val="FFFFFF"/>
                </a:solidFill>
                <a:latin typeface="Bookman Old Style"/>
              </a:rPr>
              <a:t>By pickling we can eliminate the back and forth movements repeatedly. By pickling we can save both time and space. We can to get the pickled data in another file by using the </a:t>
            </a:r>
            <a:r>
              <a:rPr lang="en-US" sz="2100">
                <a:solidFill>
                  <a:srgbClr val="FFFFFF"/>
                </a:solidFill>
                <a:latin typeface="Bookman Old Style"/>
              </a:rPr>
              <a:t>functions,</a:t>
            </a:r>
          </a:p>
          <a:p>
            <a:pPr marL="342900" indent="-342900" algn="just">
              <a:buFont typeface="Courier New" panose="020B0604020202020204" pitchFamily="34" charset="0"/>
              <a:buChar char="o"/>
            </a:pPr>
            <a:r>
              <a:rPr lang="en-US" sz="2100" dirty="0">
                <a:solidFill>
                  <a:srgbClr val="FFFFFF"/>
                </a:solidFill>
                <a:latin typeface="Bookman Old Style"/>
              </a:rPr>
              <a:t>Before pickling is done features and labels must be identified. But in </a:t>
            </a:r>
            <a:r>
              <a:rPr lang="en-US" sz="2100" dirty="0" err="1">
                <a:solidFill>
                  <a:srgbClr val="FFFFFF"/>
                </a:solidFill>
                <a:latin typeface="Bookman Old Style"/>
              </a:rPr>
              <a:t>ConvNet</a:t>
            </a:r>
            <a:r>
              <a:rPr lang="en-US" sz="2100" dirty="0">
                <a:solidFill>
                  <a:srgbClr val="FFFFFF"/>
                </a:solidFill>
                <a:latin typeface="Bookman Old Style"/>
              </a:rPr>
              <a:t> the network itself identifies the features. So, for pickling we have selected 2 arrays one for the features(X) and other for labels(Y).</a:t>
            </a: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708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fontScale="90000"/>
          </a:bodyPr>
          <a:lstStyle/>
          <a:p>
            <a:r>
              <a:rPr lang="en-US" sz="2400" dirty="0" err="1">
                <a:solidFill>
                  <a:srgbClr val="FFFFFF"/>
                </a:solidFill>
                <a:latin typeface="Bookman Old Style"/>
              </a:rPr>
              <a:t>Vgg</a:t>
            </a:r>
            <a:r>
              <a:rPr lang="en-US" sz="2400" dirty="0">
                <a:solidFill>
                  <a:srgbClr val="FFFFFF"/>
                </a:solidFill>
                <a:latin typeface="Bookman Old Style"/>
              </a:rPr>
              <a:t> architecture</a:t>
            </a:r>
            <a:endParaRPr lang="en-US" dirty="0"/>
          </a:p>
        </p:txBody>
      </p:sp>
      <p:sp>
        <p:nvSpPr>
          <p:cNvPr id="3" name="Subtitle 2"/>
          <p:cNvSpPr>
            <a:spLocks noGrp="1"/>
          </p:cNvSpPr>
          <p:nvPr>
            <p:ph type="subTitle" idx="1"/>
          </p:nvPr>
        </p:nvSpPr>
        <p:spPr>
          <a:xfrm>
            <a:off x="547160" y="2072148"/>
            <a:ext cx="11197579" cy="4505899"/>
          </a:xfrm>
        </p:spPr>
        <p:txBody>
          <a:bodyPr anchor="t">
            <a:normAutofit/>
          </a:bodyPr>
          <a:lstStyle/>
          <a:p>
            <a:pPr marL="342900" indent="-342900" algn="just">
              <a:buFont typeface="Courier New" panose="020B0604020202020204" pitchFamily="34" charset="0"/>
              <a:buChar char="o"/>
            </a:pPr>
            <a:r>
              <a:rPr lang="en-US" sz="2100" dirty="0">
                <a:solidFill>
                  <a:srgbClr val="FFFFFF"/>
                </a:solidFill>
                <a:latin typeface="Bookman Old Style"/>
              </a:rPr>
              <a:t>VGG Architecture consists of 16 layers and it has very uniform architecture. This Architecture is preferred when the goal is extracting features from images.</a:t>
            </a:r>
          </a:p>
          <a:p>
            <a:pPr marL="342900" indent="-342900" algn="just">
              <a:buFont typeface="Courier New" panose="020B0604020202020204" pitchFamily="34" charset="0"/>
              <a:buChar char="o"/>
            </a:pPr>
            <a:endParaRPr lang="en-US" sz="2100" dirty="0">
              <a:solidFill>
                <a:srgbClr val="FFFFFF"/>
              </a:solidFill>
              <a:latin typeface="Bookman Old Style"/>
            </a:endParaRPr>
          </a:p>
          <a:p>
            <a:pPr marL="342900" indent="-342900" algn="just">
              <a:buFont typeface="Courier New" panose="020B0604020202020204" pitchFamily="34" charset="0"/>
              <a:buChar char="o"/>
            </a:pPr>
            <a:r>
              <a:rPr lang="en-US" sz="2100" dirty="0">
                <a:solidFill>
                  <a:srgbClr val="FFFFFF"/>
                </a:solidFill>
                <a:latin typeface="Bookman Old Style"/>
              </a:rPr>
              <a:t>In both training and testing we have used VGG architecture. The layers which we are using in </a:t>
            </a:r>
            <a:r>
              <a:rPr lang="en-US" sz="2100" err="1">
                <a:solidFill>
                  <a:srgbClr val="FFFFFF"/>
                </a:solidFill>
                <a:latin typeface="Bookman Old Style"/>
              </a:rPr>
              <a:t>VGGNet</a:t>
            </a:r>
            <a:r>
              <a:rPr lang="en-US" sz="2100">
                <a:solidFill>
                  <a:srgbClr val="FFFFFF"/>
                </a:solidFill>
                <a:latin typeface="Bookman Old Style"/>
              </a:rPr>
              <a:t> are,</a:t>
            </a:r>
          </a:p>
          <a:p>
            <a:pPr marL="800100" lvl="1" algn="just">
              <a:buFont typeface="Wingdings" panose="020B0604020202020204" pitchFamily="34" charset="0"/>
              <a:buChar char="Ø"/>
            </a:pPr>
            <a:r>
              <a:rPr lang="en-US" sz="2100" dirty="0">
                <a:solidFill>
                  <a:srgbClr val="FFFFFF"/>
                </a:solidFill>
                <a:latin typeface="Bookman Old Style"/>
              </a:rPr>
              <a:t> Convolutional Layer</a:t>
            </a:r>
          </a:p>
          <a:p>
            <a:pPr marL="800100" lvl="1" algn="just">
              <a:buFont typeface="Wingdings" panose="020B0604020202020204" pitchFamily="34" charset="0"/>
              <a:buChar char="Ø"/>
            </a:pPr>
            <a:r>
              <a:rPr lang="en-US" sz="2100">
                <a:solidFill>
                  <a:srgbClr val="FFFFFF"/>
                </a:solidFill>
                <a:latin typeface="Bookman Old Style"/>
              </a:rPr>
              <a:t> Max Pool Layer</a:t>
            </a:r>
            <a:endParaRPr lang="en-US" sz="2100" dirty="0">
              <a:solidFill>
                <a:srgbClr val="FFFFFF"/>
              </a:solidFill>
              <a:latin typeface="Bookman Old Style"/>
            </a:endParaRPr>
          </a:p>
          <a:p>
            <a:pPr marL="800100" lvl="1" algn="just">
              <a:buFont typeface="Wingdings" panose="020B0604020202020204" pitchFamily="34" charset="0"/>
              <a:buChar char="Ø"/>
            </a:pPr>
            <a:r>
              <a:rPr lang="en-US" sz="2100" dirty="0">
                <a:solidFill>
                  <a:srgbClr val="FFFFFF"/>
                </a:solidFill>
                <a:latin typeface="Bookman Old Style"/>
              </a:rPr>
              <a:t>Activation Layer</a:t>
            </a:r>
          </a:p>
          <a:p>
            <a:pPr marL="800100" lvl="1" algn="just">
              <a:buFont typeface="Wingdings" panose="020B0604020202020204" pitchFamily="34" charset="0"/>
              <a:buChar char="Ø"/>
            </a:pPr>
            <a:r>
              <a:rPr lang="en-US" sz="2100" dirty="0">
                <a:solidFill>
                  <a:srgbClr val="FFFFFF"/>
                </a:solidFill>
                <a:latin typeface="Bookman Old Style"/>
              </a:rPr>
              <a:t> Dense Layer</a:t>
            </a:r>
          </a:p>
          <a:p>
            <a:pPr algn="just"/>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0557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a:bodyPr>
          <a:lstStyle/>
          <a:p>
            <a:r>
              <a:rPr lang="en-US" sz="2400" dirty="0">
                <a:solidFill>
                  <a:srgbClr val="FFFFFF"/>
                </a:solidFill>
                <a:latin typeface="Bookman Old Style"/>
              </a:rPr>
              <a:t>layers</a:t>
            </a:r>
            <a:endParaRPr lang="en-US" dirty="0"/>
          </a:p>
        </p:txBody>
      </p:sp>
      <p:sp>
        <p:nvSpPr>
          <p:cNvPr id="3" name="Subtitle 2"/>
          <p:cNvSpPr>
            <a:spLocks noGrp="1"/>
          </p:cNvSpPr>
          <p:nvPr>
            <p:ph type="subTitle" idx="1"/>
          </p:nvPr>
        </p:nvSpPr>
        <p:spPr>
          <a:xfrm>
            <a:off x="547160" y="1701732"/>
            <a:ext cx="11197579" cy="4876315"/>
          </a:xfrm>
        </p:spPr>
        <p:txBody>
          <a:bodyPr anchor="t">
            <a:normAutofit fontScale="92500"/>
          </a:bodyPr>
          <a:lstStyle/>
          <a:p>
            <a:pPr marL="342900" indent="-342900" algn="just">
              <a:buFont typeface="Courier New" panose="020B0604020202020204" pitchFamily="34" charset="0"/>
              <a:buChar char="o"/>
            </a:pPr>
            <a:r>
              <a:rPr lang="en-US" sz="2100" i="1" dirty="0">
                <a:solidFill>
                  <a:srgbClr val="FFFFFF"/>
                </a:solidFill>
                <a:latin typeface="Bookman Old Style"/>
              </a:rPr>
              <a:t>Convolutional Layer – </a:t>
            </a:r>
            <a:r>
              <a:rPr lang="en-US" sz="2100" dirty="0">
                <a:solidFill>
                  <a:srgbClr val="FFFFFF"/>
                </a:solidFill>
                <a:latin typeface="Bookman Old Style"/>
              </a:rPr>
              <a:t>It process an input by sliding several small filters across each possible region and outputs the dot product of the filter and image at each </a:t>
            </a:r>
            <a:r>
              <a:rPr lang="en-US" sz="2100">
                <a:solidFill>
                  <a:srgbClr val="FFFFFF"/>
                </a:solidFill>
                <a:latin typeface="Bookman Old Style"/>
              </a:rPr>
              <a:t>region.</a:t>
            </a:r>
            <a:endParaRPr lang="en-US" sz="2100" i="1" dirty="0">
              <a:solidFill>
                <a:srgbClr val="FFFFFF"/>
              </a:solidFill>
              <a:latin typeface="Bookman Old Style"/>
            </a:endParaRPr>
          </a:p>
          <a:p>
            <a:pPr marL="1257300" lvl="2" algn="just">
              <a:spcBef>
                <a:spcPts val="1000"/>
              </a:spcBef>
            </a:pPr>
            <a:r>
              <a:rPr lang="en-US" sz="1900" b="1" err="1">
                <a:solidFill>
                  <a:srgbClr val="FFFFFF"/>
                </a:solidFill>
                <a:latin typeface="Bookman Old Style"/>
              </a:rPr>
              <a:t>model.add</a:t>
            </a:r>
            <a:r>
              <a:rPr lang="en-US" sz="1900" b="1">
                <a:solidFill>
                  <a:srgbClr val="FFFFFF"/>
                </a:solidFill>
                <a:latin typeface="Bookman Old Style"/>
              </a:rPr>
              <a:t>(Conv2D(256, (3, 3)))</a:t>
            </a:r>
            <a:endParaRPr lang="en-US" sz="1900" b="1" i="1">
              <a:solidFill>
                <a:srgbClr val="FFFFFF"/>
              </a:solidFill>
              <a:latin typeface="Bookman Old Style"/>
            </a:endParaRPr>
          </a:p>
          <a:p>
            <a:pPr marL="342900" indent="-342900" algn="just">
              <a:buFont typeface="Courier New" panose="020B0604020202020204" pitchFamily="34" charset="0"/>
              <a:buChar char="o"/>
            </a:pPr>
            <a:r>
              <a:rPr lang="en-US" sz="2100" i="1" err="1">
                <a:solidFill>
                  <a:srgbClr val="FFFFFF"/>
                </a:solidFill>
                <a:latin typeface="Bookman Old Style"/>
              </a:rPr>
              <a:t>MaxPool</a:t>
            </a:r>
            <a:r>
              <a:rPr lang="en-US" sz="2100" i="1" dirty="0">
                <a:solidFill>
                  <a:srgbClr val="FFFFFF"/>
                </a:solidFill>
                <a:latin typeface="Bookman Old Style"/>
              </a:rPr>
              <a:t> Layer – </a:t>
            </a:r>
            <a:r>
              <a:rPr lang="en-US" sz="2100">
                <a:solidFill>
                  <a:srgbClr val="FFFFFF"/>
                </a:solidFill>
                <a:latin typeface="Bookman Old Style"/>
              </a:rPr>
              <a:t>It</a:t>
            </a:r>
            <a:r>
              <a:rPr lang="en-US" sz="2100" dirty="0">
                <a:solidFill>
                  <a:srgbClr val="FFFFFF"/>
                </a:solidFill>
                <a:latin typeface="Bookman Old Style"/>
              </a:rPr>
              <a:t> decrease the size of a picture by consolidating </a:t>
            </a:r>
            <a:r>
              <a:rPr lang="en-US" sz="2100" b="1" dirty="0">
                <a:solidFill>
                  <a:srgbClr val="FFFFFF"/>
                </a:solidFill>
                <a:latin typeface="Bookman Old Style"/>
              </a:rPr>
              <a:t>n x n</a:t>
            </a:r>
            <a:r>
              <a:rPr lang="en-US" sz="2100" dirty="0">
                <a:solidFill>
                  <a:srgbClr val="FFFFFF"/>
                </a:solidFill>
                <a:latin typeface="Bookman Old Style"/>
              </a:rPr>
              <a:t> area of the contribution to a single output.</a:t>
            </a:r>
          </a:p>
          <a:p>
            <a:pPr marL="1257300" lvl="2" algn="just"/>
            <a:r>
              <a:rPr lang="en-US" sz="1900" b="1" err="1">
                <a:solidFill>
                  <a:srgbClr val="FFFFFF"/>
                </a:solidFill>
                <a:latin typeface="Bookman Old Style"/>
              </a:rPr>
              <a:t>model.add</a:t>
            </a:r>
            <a:r>
              <a:rPr lang="en-US" sz="1900" b="1" dirty="0">
                <a:solidFill>
                  <a:srgbClr val="FFFFFF"/>
                </a:solidFill>
                <a:latin typeface="Bookman Old Style"/>
              </a:rPr>
              <a:t>(MaxPooling2D(</a:t>
            </a:r>
            <a:r>
              <a:rPr lang="en-US" sz="1900" b="1" err="1">
                <a:solidFill>
                  <a:srgbClr val="FFFFFF"/>
                </a:solidFill>
                <a:latin typeface="Bookman Old Style"/>
              </a:rPr>
              <a:t>pool_size</a:t>
            </a:r>
            <a:r>
              <a:rPr lang="en-US" sz="1900" b="1" dirty="0">
                <a:solidFill>
                  <a:srgbClr val="FFFFFF"/>
                </a:solidFill>
                <a:latin typeface="Bookman Old Style"/>
              </a:rPr>
              <a:t>=(2, 2)))</a:t>
            </a:r>
          </a:p>
          <a:p>
            <a:pPr marL="342900" indent="-342900" algn="just">
              <a:buFont typeface="Courier New" panose="020B0604020202020204" pitchFamily="34" charset="0"/>
              <a:buChar char="o"/>
            </a:pPr>
            <a:r>
              <a:rPr lang="en-US" sz="2100" i="1" dirty="0">
                <a:solidFill>
                  <a:srgbClr val="FFFFFF"/>
                </a:solidFill>
                <a:latin typeface="Bookman Old Style"/>
              </a:rPr>
              <a:t>Activation Layer – </a:t>
            </a:r>
            <a:r>
              <a:rPr lang="en-US" sz="2100">
                <a:solidFill>
                  <a:srgbClr val="FFFFFF"/>
                </a:solidFill>
                <a:latin typeface="Bookman Old Style"/>
              </a:rPr>
              <a:t>It</a:t>
            </a:r>
            <a:r>
              <a:rPr lang="en-US" sz="2100" dirty="0">
                <a:solidFill>
                  <a:srgbClr val="FFFFFF"/>
                </a:solidFill>
                <a:latin typeface="Bookman Old Style"/>
              </a:rPr>
              <a:t> is layer using which the initiation of the above 2 layers is done.</a:t>
            </a:r>
            <a:endParaRPr lang="en-US" sz="2100" i="1" dirty="0">
              <a:solidFill>
                <a:srgbClr val="FFFFFF"/>
              </a:solidFill>
              <a:latin typeface="Bookman Old Style"/>
            </a:endParaRPr>
          </a:p>
          <a:p>
            <a:pPr marL="1257300" lvl="2" algn="just"/>
            <a:r>
              <a:rPr lang="en-US" sz="1900" b="1" err="1">
                <a:solidFill>
                  <a:srgbClr val="FFFFFF"/>
                </a:solidFill>
                <a:latin typeface="Bookman Old Style"/>
              </a:rPr>
              <a:t>model.add</a:t>
            </a:r>
            <a:r>
              <a:rPr lang="en-US" sz="1900" b="1" dirty="0">
                <a:solidFill>
                  <a:srgbClr val="FFFFFF"/>
                </a:solidFill>
                <a:latin typeface="Bookman Old Style"/>
              </a:rPr>
              <a:t>(Activation('</a:t>
            </a:r>
            <a:r>
              <a:rPr lang="en-US" sz="1900" b="1" err="1">
                <a:solidFill>
                  <a:srgbClr val="FFFFFF"/>
                </a:solidFill>
                <a:latin typeface="Bookman Old Style"/>
              </a:rPr>
              <a:t>relu</a:t>
            </a:r>
            <a:r>
              <a:rPr lang="en-US" sz="1900" b="1" dirty="0">
                <a:solidFill>
                  <a:srgbClr val="FFFFFF"/>
                </a:solidFill>
                <a:latin typeface="Bookman Old Style"/>
              </a:rPr>
              <a:t>'))</a:t>
            </a:r>
          </a:p>
          <a:p>
            <a:pPr marL="342900" indent="-342900" algn="just">
              <a:buFont typeface="Courier New" panose="020B0604020202020204" pitchFamily="34" charset="0"/>
              <a:buChar char="o"/>
            </a:pPr>
            <a:r>
              <a:rPr lang="en-US" sz="2100" i="1" dirty="0">
                <a:solidFill>
                  <a:srgbClr val="FFFFFF"/>
                </a:solidFill>
                <a:latin typeface="Bookman Old Style"/>
              </a:rPr>
              <a:t>Dense Layers – </a:t>
            </a:r>
            <a:r>
              <a:rPr lang="en-US" sz="2100" dirty="0">
                <a:solidFill>
                  <a:srgbClr val="FFFFFF"/>
                </a:solidFill>
                <a:latin typeface="Bookman Old Style"/>
              </a:rPr>
              <a:t>It is used to convert into 1D vector and for connecting to output layers respectively.</a:t>
            </a:r>
          </a:p>
          <a:p>
            <a:pPr marL="1257300" lvl="2" algn="just"/>
            <a:r>
              <a:rPr lang="en-US" sz="1900" b="1" dirty="0" err="1">
                <a:solidFill>
                  <a:srgbClr val="FFFFFF"/>
                </a:solidFill>
                <a:latin typeface="Bookman Old Style"/>
              </a:rPr>
              <a:t>model.add</a:t>
            </a:r>
            <a:r>
              <a:rPr lang="en-US" sz="1900" b="1" dirty="0">
                <a:solidFill>
                  <a:srgbClr val="FFFFFF"/>
                </a:solidFill>
                <a:latin typeface="Bookman Old Style"/>
              </a:rPr>
              <a:t>(Dense(64))</a:t>
            </a:r>
            <a:endParaRPr lang="en-US" sz="19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92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a:bodyPr>
          <a:lstStyle/>
          <a:p>
            <a:r>
              <a:rPr lang="en-US" sz="2400" dirty="0">
                <a:solidFill>
                  <a:srgbClr val="FFFFFF"/>
                </a:solidFill>
                <a:latin typeface="Bookman Old Style"/>
              </a:rPr>
              <a:t>TECH STACK</a:t>
            </a:r>
          </a:p>
        </p:txBody>
      </p:sp>
      <p:sp>
        <p:nvSpPr>
          <p:cNvPr id="3" name="Subtitle 2"/>
          <p:cNvSpPr>
            <a:spLocks noGrp="1"/>
          </p:cNvSpPr>
          <p:nvPr>
            <p:ph type="subTitle" idx="1"/>
          </p:nvPr>
        </p:nvSpPr>
        <p:spPr>
          <a:xfrm>
            <a:off x="1026131" y="2362435"/>
            <a:ext cx="4350465" cy="2381370"/>
          </a:xfrm>
        </p:spPr>
        <p:txBody>
          <a:bodyPr anchor="t">
            <a:normAutofit/>
          </a:bodyPr>
          <a:lstStyle/>
          <a:p>
            <a:pPr algn="just"/>
            <a:r>
              <a:rPr lang="en-US" sz="1900" b="1" i="1" u="sng" dirty="0">
                <a:solidFill>
                  <a:srgbClr val="FFFFFF"/>
                </a:solidFill>
                <a:latin typeface="Century Gothic"/>
              </a:rPr>
              <a:t>Software Requirements :</a:t>
            </a:r>
            <a:endParaRPr lang="en-US" dirty="0"/>
          </a:p>
          <a:p>
            <a:pPr algn="just"/>
            <a:r>
              <a:rPr lang="en-US" sz="1900" dirty="0">
                <a:solidFill>
                  <a:srgbClr val="FFFFFF"/>
                </a:solidFill>
                <a:latin typeface="Century Gothic"/>
              </a:rPr>
              <a:t>  1.Spyder.</a:t>
            </a:r>
            <a:endParaRPr lang="en-US" dirty="0"/>
          </a:p>
          <a:p>
            <a:pPr algn="just"/>
            <a:r>
              <a:rPr lang="en-US" sz="1900" dirty="0">
                <a:solidFill>
                  <a:srgbClr val="FFFFFF"/>
                </a:solidFill>
                <a:latin typeface="Century Gothic"/>
              </a:rPr>
              <a:t>  2. </a:t>
            </a:r>
            <a:r>
              <a:rPr lang="en-US" sz="1900" dirty="0" err="1">
                <a:solidFill>
                  <a:srgbClr val="FFFFFF"/>
                </a:solidFill>
                <a:latin typeface="Century Gothic"/>
              </a:rPr>
              <a:t>Numpy</a:t>
            </a:r>
            <a:r>
              <a:rPr lang="en-US" sz="1900" dirty="0">
                <a:solidFill>
                  <a:srgbClr val="FFFFFF"/>
                </a:solidFill>
                <a:latin typeface="Century Gothic"/>
              </a:rPr>
              <a:t>.</a:t>
            </a:r>
            <a:endParaRPr lang="en-US" dirty="0" err="1"/>
          </a:p>
          <a:p>
            <a:pPr algn="just"/>
            <a:r>
              <a:rPr lang="en-US" sz="1900" dirty="0">
                <a:solidFill>
                  <a:srgbClr val="FFFFFF"/>
                </a:solidFill>
                <a:latin typeface="Century Gothic"/>
              </a:rPr>
              <a:t>  3. Tensor Flow.</a:t>
            </a:r>
            <a:endParaRPr lang="en-US" dirty="0"/>
          </a:p>
          <a:p>
            <a:pPr algn="just"/>
            <a:r>
              <a:rPr lang="en-US" sz="1900" dirty="0">
                <a:solidFill>
                  <a:srgbClr val="FFFFFF"/>
                </a:solidFill>
                <a:latin typeface="Century Gothic"/>
              </a:rPr>
              <a:t>  4. </a:t>
            </a:r>
            <a:r>
              <a:rPr lang="en-US" sz="1900" dirty="0" err="1">
                <a:solidFill>
                  <a:srgbClr val="FFFFFF"/>
                </a:solidFill>
                <a:latin typeface="Century Gothic"/>
              </a:rPr>
              <a:t>Keras</a:t>
            </a:r>
            <a:r>
              <a:rPr lang="en-US" sz="1900" dirty="0">
                <a:solidFill>
                  <a:srgbClr val="FFFFFF"/>
                </a:solidFill>
                <a:latin typeface="Century Gothic"/>
              </a:rPr>
              <a:t>.</a:t>
            </a:r>
            <a:endParaRPr lang="en-US" dirty="0" err="1"/>
          </a:p>
          <a:p>
            <a:pPr algn="just"/>
            <a:endParaRPr lang="en-US" sz="1900" b="1" i="1" u="sng" dirty="0">
              <a:solidFill>
                <a:srgbClr val="FFFFFF"/>
              </a:solidFill>
              <a:latin typeface="Century Gothic"/>
            </a:endParaRPr>
          </a:p>
          <a:p>
            <a:pPr algn="just"/>
            <a:endParaRPr lang="en-US" sz="21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BA56439-6E9F-2CFA-D286-00B235159E91}"/>
              </a:ext>
            </a:extLst>
          </p:cNvPr>
          <p:cNvSpPr txBox="1"/>
          <p:nvPr/>
        </p:nvSpPr>
        <p:spPr>
          <a:xfrm>
            <a:off x="5769428" y="1785257"/>
            <a:ext cx="429985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i="1" u="sng" dirty="0">
                <a:solidFill>
                  <a:srgbClr val="FFFFFF"/>
                </a:solidFill>
                <a:latin typeface="Century Gothic"/>
                <a:cs typeface="Segoe UI"/>
              </a:rPr>
              <a:t>Platform Sources :</a:t>
            </a:r>
            <a:r>
              <a:rPr lang="en-US" b="1" u="sng" dirty="0">
                <a:solidFill>
                  <a:srgbClr val="FFFFFF"/>
                </a:solidFill>
                <a:latin typeface="Century Gothic"/>
                <a:cs typeface="Segoe UI"/>
              </a:rPr>
              <a:t>​</a:t>
            </a:r>
          </a:p>
          <a:p>
            <a:pPr algn="just"/>
            <a:endParaRPr lang="en-US" u="sng" dirty="0">
              <a:solidFill>
                <a:srgbClr val="FFFFFF"/>
              </a:solidFill>
              <a:latin typeface="Century Gothic"/>
              <a:cs typeface="Segoe UI"/>
            </a:endParaRPr>
          </a:p>
          <a:p>
            <a:pPr algn="just"/>
            <a:r>
              <a:rPr lang="en-US" dirty="0">
                <a:solidFill>
                  <a:srgbClr val="FFFFFF"/>
                </a:solidFill>
                <a:latin typeface="Century Gothic"/>
                <a:cs typeface="Segoe UI"/>
              </a:rPr>
              <a:t>  1. Anaconda​.</a:t>
            </a:r>
          </a:p>
          <a:p>
            <a:pPr algn="just"/>
            <a:endParaRPr lang="en-US" dirty="0">
              <a:solidFill>
                <a:srgbClr val="FFFFFF"/>
              </a:solidFill>
              <a:latin typeface="Century Gothic"/>
              <a:cs typeface="Segoe UI"/>
            </a:endParaRPr>
          </a:p>
          <a:p>
            <a:pPr algn="just"/>
            <a:r>
              <a:rPr lang="en-US" dirty="0">
                <a:solidFill>
                  <a:srgbClr val="FFFFFF"/>
                </a:solidFill>
                <a:latin typeface="Century Gothic"/>
                <a:cs typeface="Segoe UI"/>
              </a:rPr>
              <a:t>  2. </a:t>
            </a:r>
            <a:r>
              <a:rPr lang="en-US" dirty="0" err="1">
                <a:solidFill>
                  <a:srgbClr val="FFFFFF"/>
                </a:solidFill>
                <a:latin typeface="Century Gothic"/>
                <a:cs typeface="Segoe UI"/>
              </a:rPr>
              <a:t>Jupyter</a:t>
            </a:r>
            <a:r>
              <a:rPr lang="en-US" dirty="0">
                <a:solidFill>
                  <a:srgbClr val="FFFFFF"/>
                </a:solidFill>
                <a:latin typeface="Century Gothic"/>
                <a:cs typeface="Segoe UI"/>
              </a:rPr>
              <a:t> Notebook​.</a:t>
            </a:r>
          </a:p>
          <a:p>
            <a:pPr algn="just"/>
            <a:endParaRPr lang="en-US" dirty="0">
              <a:solidFill>
                <a:srgbClr val="FFFFFF"/>
              </a:solidFill>
              <a:latin typeface="Century Gothic"/>
              <a:cs typeface="Segoe UI"/>
            </a:endParaRPr>
          </a:p>
          <a:p>
            <a:pPr algn="just"/>
            <a:r>
              <a:rPr lang="en-US" dirty="0">
                <a:solidFill>
                  <a:srgbClr val="FFFFFF"/>
                </a:solidFill>
                <a:latin typeface="Century Gothic"/>
                <a:cs typeface="Segoe UI"/>
              </a:rPr>
              <a:t>  3. Orange​.</a:t>
            </a:r>
          </a:p>
          <a:p>
            <a:pPr algn="just"/>
            <a:endParaRPr lang="en-US" dirty="0">
              <a:solidFill>
                <a:srgbClr val="FFFFFF"/>
              </a:solidFill>
              <a:latin typeface="Century Gothic"/>
              <a:cs typeface="Segoe UI"/>
            </a:endParaRPr>
          </a:p>
          <a:p>
            <a:pPr algn="just"/>
            <a:r>
              <a:rPr lang="en-US" dirty="0">
                <a:solidFill>
                  <a:srgbClr val="FFFFFF"/>
                </a:solidFill>
                <a:latin typeface="Century Gothic"/>
                <a:cs typeface="Segoe UI"/>
              </a:rPr>
              <a:t>  4. </a:t>
            </a:r>
            <a:r>
              <a:rPr lang="en-US" dirty="0" err="1">
                <a:solidFill>
                  <a:srgbClr val="FFFFFF"/>
                </a:solidFill>
                <a:latin typeface="Century Gothic"/>
                <a:cs typeface="Segoe UI"/>
              </a:rPr>
              <a:t>Rstudio</a:t>
            </a:r>
            <a:r>
              <a:rPr lang="en-US" dirty="0">
                <a:solidFill>
                  <a:srgbClr val="FFFFFF"/>
                </a:solidFill>
                <a:latin typeface="Century Gothic"/>
                <a:cs typeface="Segoe UI"/>
              </a:rPr>
              <a:t>​.</a:t>
            </a:r>
          </a:p>
          <a:p>
            <a:pPr algn="just"/>
            <a:endParaRPr lang="en-US" dirty="0">
              <a:solidFill>
                <a:srgbClr val="FFFFFF"/>
              </a:solidFill>
              <a:latin typeface="Century Gothic"/>
              <a:cs typeface="Segoe UI"/>
            </a:endParaRPr>
          </a:p>
          <a:p>
            <a:pPr algn="just"/>
            <a:r>
              <a:rPr lang="en-US" dirty="0">
                <a:solidFill>
                  <a:srgbClr val="FFFFFF"/>
                </a:solidFill>
                <a:latin typeface="Century Gothic"/>
                <a:cs typeface="Segoe UI"/>
              </a:rPr>
              <a:t>  5. Visual Studio​.</a:t>
            </a:r>
          </a:p>
          <a:p>
            <a:pPr algn="just"/>
            <a:endParaRPr lang="en-US" dirty="0">
              <a:solidFill>
                <a:srgbClr val="FFFFFF"/>
              </a:solidFill>
              <a:latin typeface="Century Gothic"/>
              <a:cs typeface="Segoe UI"/>
            </a:endParaRPr>
          </a:p>
          <a:p>
            <a:pPr algn="just"/>
            <a:r>
              <a:rPr lang="en-US" dirty="0">
                <a:solidFill>
                  <a:srgbClr val="FFFFFF"/>
                </a:solidFill>
                <a:latin typeface="Century Gothic"/>
                <a:cs typeface="Segoe UI"/>
              </a:rPr>
              <a:t>  6. Qt Console.</a:t>
            </a:r>
          </a:p>
        </p:txBody>
      </p:sp>
    </p:spTree>
    <p:extLst>
      <p:ext uri="{BB962C8B-B14F-4D97-AF65-F5344CB8AC3E}">
        <p14:creationId xmlns:p14="http://schemas.microsoft.com/office/powerpoint/2010/main" val="982875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fontScale="90000"/>
          </a:bodyPr>
          <a:lstStyle/>
          <a:p>
            <a:r>
              <a:rPr lang="en-US" sz="2400" dirty="0">
                <a:solidFill>
                  <a:srgbClr val="FFFFFF"/>
                </a:solidFill>
                <a:latin typeface="Bookman Old Style"/>
              </a:rPr>
              <a:t>results</a:t>
            </a:r>
            <a:br>
              <a:rPr lang="en-US" sz="2400" dirty="0">
                <a:solidFill>
                  <a:srgbClr val="FFFFFF"/>
                </a:solidFill>
                <a:latin typeface="Bookman Old Style"/>
              </a:rPr>
            </a:br>
            <a:endParaRPr lang="en-US"/>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pic>
        <p:nvPicPr>
          <p:cNvPr id="4" name="Picture 4" descr="A picture containing engineering drawing&#10;&#10;Description automatically generated">
            <a:extLst>
              <a:ext uri="{FF2B5EF4-FFF2-40B4-BE49-F238E27FC236}">
                <a16:creationId xmlns:a16="http://schemas.microsoft.com/office/drawing/2014/main" id="{03F62378-F6B8-57F5-3980-DF3587B5C25A}"/>
              </a:ext>
            </a:extLst>
          </p:cNvPr>
          <p:cNvPicPr>
            <a:picLocks noChangeAspect="1"/>
          </p:cNvPicPr>
          <p:nvPr/>
        </p:nvPicPr>
        <p:blipFill>
          <a:blip r:embed="rId3"/>
          <a:stretch>
            <a:fillRect/>
          </a:stretch>
        </p:blipFill>
        <p:spPr>
          <a:xfrm>
            <a:off x="1729409" y="1831513"/>
            <a:ext cx="8739808" cy="4374417"/>
          </a:xfrm>
          <a:prstGeom prst="rect">
            <a:avLst/>
          </a:prstGeom>
        </p:spPr>
      </p:pic>
    </p:spTree>
    <p:extLst>
      <p:ext uri="{BB962C8B-B14F-4D97-AF65-F5344CB8AC3E}">
        <p14:creationId xmlns:p14="http://schemas.microsoft.com/office/powerpoint/2010/main" val="898129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fontScale="90000"/>
          </a:bodyPr>
          <a:lstStyle/>
          <a:p>
            <a:r>
              <a:rPr lang="en-US" sz="2400" dirty="0">
                <a:solidFill>
                  <a:srgbClr val="FFFFFF"/>
                </a:solidFill>
                <a:latin typeface="Bookman Old Style"/>
              </a:rPr>
              <a:t>results</a:t>
            </a:r>
            <a:br>
              <a:rPr lang="en-US" sz="2400" dirty="0">
                <a:solidFill>
                  <a:srgbClr val="FFFFFF"/>
                </a:solidFill>
                <a:latin typeface="Bookman Old Style"/>
              </a:rPr>
            </a:br>
            <a:endParaRPr lang="en-US"/>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pic>
        <p:nvPicPr>
          <p:cNvPr id="4" name="Picture 4" descr="Graphical user interface, text&#10;&#10;Description automatically generated">
            <a:extLst>
              <a:ext uri="{FF2B5EF4-FFF2-40B4-BE49-F238E27FC236}">
                <a16:creationId xmlns:a16="http://schemas.microsoft.com/office/drawing/2014/main" id="{0A5ECD57-0B90-FE68-D21E-32C63B8AD0D8}"/>
              </a:ext>
            </a:extLst>
          </p:cNvPr>
          <p:cNvPicPr>
            <a:picLocks noChangeAspect="1"/>
          </p:cNvPicPr>
          <p:nvPr/>
        </p:nvPicPr>
        <p:blipFill>
          <a:blip r:embed="rId3"/>
          <a:stretch>
            <a:fillRect/>
          </a:stretch>
        </p:blipFill>
        <p:spPr>
          <a:xfrm>
            <a:off x="861392" y="2045862"/>
            <a:ext cx="10813773" cy="3097579"/>
          </a:xfrm>
          <a:prstGeom prst="rect">
            <a:avLst/>
          </a:prstGeom>
        </p:spPr>
      </p:pic>
    </p:spTree>
    <p:extLst>
      <p:ext uri="{BB962C8B-B14F-4D97-AF65-F5344CB8AC3E}">
        <p14:creationId xmlns:p14="http://schemas.microsoft.com/office/powerpoint/2010/main" val="3254709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fontScale="90000"/>
          </a:bodyPr>
          <a:lstStyle/>
          <a:p>
            <a:r>
              <a:rPr lang="en-US" sz="2400" dirty="0">
                <a:solidFill>
                  <a:srgbClr val="FFFFFF"/>
                </a:solidFill>
                <a:latin typeface="Bookman Old Style"/>
              </a:rPr>
              <a:t>Challenges faced</a:t>
            </a:r>
            <a:endParaRPr lang="en-US" dirty="0"/>
          </a:p>
        </p:txBody>
      </p:sp>
      <p:sp>
        <p:nvSpPr>
          <p:cNvPr id="3" name="Subtitle 2"/>
          <p:cNvSpPr>
            <a:spLocks noGrp="1"/>
          </p:cNvSpPr>
          <p:nvPr>
            <p:ph type="subTitle" idx="1"/>
          </p:nvPr>
        </p:nvSpPr>
        <p:spPr>
          <a:xfrm>
            <a:off x="547160" y="1818148"/>
            <a:ext cx="11197579" cy="3172399"/>
          </a:xfrm>
        </p:spPr>
        <p:txBody>
          <a:bodyPr anchor="t">
            <a:normAutofit/>
          </a:bodyPr>
          <a:lstStyle/>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Variability in signature appearance.</a:t>
            </a:r>
            <a:endParaRPr lang="en-US" dirty="0">
              <a:solidFill>
                <a:srgbClr val="000000"/>
              </a:solidFill>
              <a:latin typeface="Calisto MT"/>
              <a:ea typeface="+mn-lt"/>
              <a:cs typeface="+mn-lt"/>
            </a:endParaRPr>
          </a:p>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Small dataset size.</a:t>
            </a:r>
            <a:endParaRPr lang="en-US" dirty="0">
              <a:solidFill>
                <a:srgbClr val="000000"/>
              </a:solidFill>
              <a:latin typeface="Calisto MT"/>
              <a:ea typeface="+mn-lt"/>
              <a:cs typeface="+mn-lt"/>
            </a:endParaRPr>
          </a:p>
          <a:p>
            <a:pPr marL="342900" indent="-342900" algn="just">
              <a:buFont typeface="Wingdings" panose="020B0604020202020204" pitchFamily="34" charset="0"/>
              <a:buChar char="§"/>
            </a:pPr>
            <a:r>
              <a:rPr lang="en-US" sz="2100" dirty="0">
                <a:solidFill>
                  <a:srgbClr val="FFFFFF"/>
                </a:solidFill>
                <a:latin typeface="Bookman Old Style"/>
              </a:rPr>
              <a:t>Forgeries.</a:t>
            </a:r>
          </a:p>
          <a:p>
            <a:pPr marL="342900" indent="-342900" algn="just">
              <a:buFont typeface="Wingdings" panose="020B0604020202020204" pitchFamily="34" charset="0"/>
              <a:buChar char="§"/>
            </a:pPr>
            <a:r>
              <a:rPr lang="en-US" sz="2100" dirty="0">
                <a:solidFill>
                  <a:srgbClr val="FFFFFF"/>
                </a:solidFill>
                <a:latin typeface="Bookman Old Style"/>
              </a:rPr>
              <a:t>Overfitting.</a:t>
            </a:r>
          </a:p>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Misalignments and distortions.</a:t>
            </a:r>
            <a:endParaRPr lang="en-US" dirty="0">
              <a:solidFill>
                <a:srgbClr val="000000"/>
              </a:solidFill>
              <a:latin typeface="Calisto MT"/>
              <a:ea typeface="+mn-lt"/>
              <a:cs typeface="+mn-lt"/>
            </a:endParaRPr>
          </a:p>
          <a:p>
            <a:pPr marL="342900" indent="-342900" algn="just">
              <a:buFont typeface="Wingdings" panose="020B0604020202020204" pitchFamily="34" charset="0"/>
              <a:buChar char="§"/>
            </a:pPr>
            <a:r>
              <a:rPr lang="en-US" sz="2100" dirty="0">
                <a:solidFill>
                  <a:srgbClr val="FFFFFF"/>
                </a:solidFill>
                <a:latin typeface="Bookman Old Style"/>
                <a:ea typeface="+mn-lt"/>
                <a:cs typeface="+mn-lt"/>
              </a:rPr>
              <a:t>Computational complexity.</a:t>
            </a:r>
            <a:endParaRPr lang="en-US" dirty="0"/>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052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a:bodyPr>
          <a:lstStyle/>
          <a:p>
            <a:r>
              <a:rPr lang="en-US" sz="2400" dirty="0">
                <a:solidFill>
                  <a:srgbClr val="FFFFFF"/>
                </a:solidFill>
                <a:latin typeface="Bookman Old Style"/>
              </a:rPr>
              <a:t>conclusion</a:t>
            </a:r>
            <a:endParaRPr lang="en-US" dirty="0"/>
          </a:p>
        </p:txBody>
      </p:sp>
      <p:sp>
        <p:nvSpPr>
          <p:cNvPr id="3" name="Subtitle 2"/>
          <p:cNvSpPr>
            <a:spLocks noGrp="1"/>
          </p:cNvSpPr>
          <p:nvPr>
            <p:ph type="subTitle" idx="1"/>
          </p:nvPr>
        </p:nvSpPr>
        <p:spPr>
          <a:xfrm>
            <a:off x="547160" y="1818148"/>
            <a:ext cx="11197579" cy="4759899"/>
          </a:xfrm>
        </p:spPr>
        <p:txBody>
          <a:bodyPr anchor="t">
            <a:normAutofit/>
          </a:bodyPr>
          <a:lstStyle/>
          <a:p>
            <a:pPr marL="342900" indent="-342900" algn="just">
              <a:buFont typeface="Courier New" panose="020B0604020202020204" pitchFamily="34" charset="0"/>
              <a:buChar char="o"/>
            </a:pPr>
            <a:r>
              <a:rPr lang="en-US" sz="2100" dirty="0">
                <a:solidFill>
                  <a:srgbClr val="FFFFFF"/>
                </a:solidFill>
                <a:latin typeface="Bookman Old Style"/>
              </a:rPr>
              <a:t>In signature verification using convolutional Neural Networks can decreases the </a:t>
            </a:r>
            <a:r>
              <a:rPr lang="en-US" sz="2100">
                <a:solidFill>
                  <a:srgbClr val="FFFFFF"/>
                </a:solidFill>
                <a:latin typeface="Bookman Old Style"/>
              </a:rPr>
              <a:t>time to verify whether the signature is valid or not.</a:t>
            </a:r>
          </a:p>
          <a:p>
            <a:pPr marL="342900" indent="-342900" algn="just">
              <a:buFont typeface="Courier New" panose="020B0604020202020204" pitchFamily="34" charset="0"/>
              <a:buChar char="o"/>
            </a:pPr>
            <a:endParaRPr lang="en-US" sz="2100" dirty="0">
              <a:solidFill>
                <a:srgbClr val="FFFFFF"/>
              </a:solidFill>
              <a:latin typeface="Bookman Old Style"/>
            </a:endParaRPr>
          </a:p>
          <a:p>
            <a:pPr marL="342900" indent="-342900" algn="just">
              <a:buFont typeface="Courier New" panose="020B0604020202020204" pitchFamily="34" charset="0"/>
              <a:buChar char="o"/>
            </a:pPr>
            <a:r>
              <a:rPr lang="en-US" sz="2100" dirty="0">
                <a:solidFill>
                  <a:srgbClr val="FFFFFF"/>
                </a:solidFill>
                <a:latin typeface="Bookman Old Style"/>
              </a:rPr>
              <a:t>Network building and feature extraction can be completed in a simple way and </a:t>
            </a:r>
            <a:r>
              <a:rPr lang="en-US" sz="2100">
                <a:solidFill>
                  <a:srgbClr val="FFFFFF"/>
                </a:solidFill>
                <a:latin typeface="Bookman Old Style"/>
              </a:rPr>
              <a:t>results in high efficiency when compared to the existing techniques.</a:t>
            </a:r>
          </a:p>
          <a:p>
            <a:pPr marL="342900" indent="-342900" algn="just">
              <a:buFont typeface="Courier New" panose="020B0604020202020204" pitchFamily="34" charset="0"/>
              <a:buChar char="o"/>
            </a:pPr>
            <a:endParaRPr lang="en-US" sz="2100" dirty="0">
              <a:solidFill>
                <a:srgbClr val="FFFFFF"/>
              </a:solidFill>
              <a:latin typeface="Bookman Old Style"/>
            </a:endParaRPr>
          </a:p>
          <a:p>
            <a:pPr marL="342900" indent="-342900" algn="just">
              <a:buFont typeface="Courier New" panose="020B0604020202020204" pitchFamily="34" charset="0"/>
              <a:buChar char="o"/>
            </a:pPr>
            <a:r>
              <a:rPr lang="en-US" sz="2100" dirty="0">
                <a:solidFill>
                  <a:srgbClr val="FFFFFF"/>
                </a:solidFill>
                <a:latin typeface="Bookman Old Style"/>
              </a:rPr>
              <a:t>This is beneficial to the genuine users/customers as the well trained network can help to prevent the loss that may be due to forgeries.</a:t>
            </a: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9570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69051" y="871759"/>
            <a:ext cx="3331542" cy="793599"/>
          </a:xfrm>
        </p:spPr>
        <p:txBody>
          <a:bodyPr anchor="t">
            <a:normAutofit/>
          </a:bodyPr>
          <a:lstStyle/>
          <a:p>
            <a:r>
              <a:rPr lang="en-US" sz="2400" dirty="0">
                <a:solidFill>
                  <a:srgbClr val="FFFFFF"/>
                </a:solidFill>
                <a:latin typeface="Bookman Old Style"/>
              </a:rPr>
              <a:t>Future scope</a:t>
            </a:r>
            <a:endParaRPr lang="en-US" dirty="0"/>
          </a:p>
        </p:txBody>
      </p:sp>
      <p:sp>
        <p:nvSpPr>
          <p:cNvPr id="3" name="Subtitle 2"/>
          <p:cNvSpPr>
            <a:spLocks noGrp="1"/>
          </p:cNvSpPr>
          <p:nvPr>
            <p:ph type="subTitle" idx="1"/>
          </p:nvPr>
        </p:nvSpPr>
        <p:spPr>
          <a:xfrm>
            <a:off x="547160" y="1987481"/>
            <a:ext cx="11197579" cy="4590566"/>
          </a:xfrm>
        </p:spPr>
        <p:txBody>
          <a:bodyPr anchor="t">
            <a:normAutofit/>
          </a:bodyPr>
          <a:lstStyle/>
          <a:p>
            <a:pPr marL="342900" indent="-342900" algn="just">
              <a:buFont typeface="Courier New" panose="020B0604020202020204" pitchFamily="34" charset="0"/>
              <a:buChar char="o"/>
            </a:pPr>
            <a:r>
              <a:rPr lang="en-US" sz="2100" dirty="0">
                <a:solidFill>
                  <a:srgbClr val="FFFFFF"/>
                </a:solidFill>
                <a:latin typeface="Bookman Old Style"/>
              </a:rPr>
              <a:t>To develop an user interface, which can make the user to use the system in a better way.</a:t>
            </a:r>
          </a:p>
          <a:p>
            <a:pPr algn="just"/>
            <a:endParaRPr lang="en-US" sz="2100" dirty="0">
              <a:solidFill>
                <a:srgbClr val="FFFFFF"/>
              </a:solidFill>
              <a:latin typeface="Bookman Old Style"/>
            </a:endParaRPr>
          </a:p>
          <a:p>
            <a:pPr marL="342900" indent="-342900" algn="just">
              <a:buFont typeface="Courier New" panose="020B0604020202020204" pitchFamily="34" charset="0"/>
              <a:buChar char="o"/>
            </a:pPr>
            <a:r>
              <a:rPr lang="en-US" sz="2100" dirty="0">
                <a:solidFill>
                  <a:srgbClr val="FFFFFF"/>
                </a:solidFill>
                <a:latin typeface="Bookman Old Style"/>
              </a:rPr>
              <a:t>At present we are training with the limited number of signatures, for further implementation there is requirement for more datasets through which the efficiency obtained would be more.</a:t>
            </a: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3877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pen, ink, paper, writing, handwriting, calligraphy, old, signature ...">
            <a:extLst>
              <a:ext uri="{FF2B5EF4-FFF2-40B4-BE49-F238E27FC236}">
                <a16:creationId xmlns:a16="http://schemas.microsoft.com/office/drawing/2014/main" id="{A9162E7B-ED7F-42DF-8310-24910CCD558D}"/>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p:cNvSpPr>
            <a:spLocks noGrp="1"/>
          </p:cNvSpPr>
          <p:nvPr>
            <p:ph type="subTitle" idx="1"/>
          </p:nvPr>
        </p:nvSpPr>
        <p:spPr>
          <a:xfrm>
            <a:off x="1584327" y="3061691"/>
            <a:ext cx="4138496" cy="1669565"/>
          </a:xfrm>
        </p:spPr>
        <p:txBody>
          <a:bodyPr anchor="t">
            <a:normAutofit/>
          </a:bodyPr>
          <a:lstStyle/>
          <a:p>
            <a:pPr algn="just"/>
            <a:r>
              <a:rPr lang="en-US" sz="3200" i="1" dirty="0">
                <a:solidFill>
                  <a:srgbClr val="FFFFFF"/>
                </a:solidFill>
                <a:latin typeface="Bookman Old Style"/>
              </a:rPr>
              <a:t>Thank You</a:t>
            </a:r>
            <a:endParaRPr lang="en-US" sz="3200" dirty="0">
              <a:solidFill>
                <a:srgbClr val="FFFFFF"/>
              </a:solidFill>
              <a:latin typeface="Bookman Old Style"/>
            </a:endParaRPr>
          </a:p>
        </p:txBody>
      </p:sp>
      <p:cxnSp>
        <p:nvCxnSpPr>
          <p:cNvPr id="36" name="Straight Connector 3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0CE915A-E4B2-6225-3581-2E1B119A8327}"/>
              </a:ext>
            </a:extLst>
          </p:cNvPr>
          <p:cNvSpPr txBox="1"/>
          <p:nvPr/>
        </p:nvSpPr>
        <p:spPr>
          <a:xfrm>
            <a:off x="767292" y="1957916"/>
            <a:ext cx="28574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dirty="0">
                <a:solidFill>
                  <a:schemeClr val="bg1"/>
                </a:solidFill>
                <a:latin typeface="Bookman Old Style"/>
              </a:rPr>
              <a:t>Any Questions?</a:t>
            </a:r>
            <a:endParaRPr lang="en-US" sz="2000" dirty="0">
              <a:solidFill>
                <a:schemeClr val="bg1"/>
              </a:solidFill>
              <a:latin typeface="Bookman Old Style"/>
            </a:endParaRPr>
          </a:p>
        </p:txBody>
      </p:sp>
    </p:spTree>
    <p:extLst>
      <p:ext uri="{BB962C8B-B14F-4D97-AF65-F5344CB8AC3E}">
        <p14:creationId xmlns:p14="http://schemas.microsoft.com/office/powerpoint/2010/main" val="325521064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ChronicleVTI</vt:lpstr>
      <vt:lpstr>Hand written signature verification using  convolutional neural networks</vt:lpstr>
      <vt:lpstr>contents</vt:lpstr>
      <vt:lpstr>introduction</vt:lpstr>
      <vt:lpstr>MOTIVATION</vt:lpstr>
      <vt:lpstr>Literature survey </vt:lpstr>
      <vt:lpstr>Literature survey</vt:lpstr>
      <vt:lpstr>Proposed Method</vt:lpstr>
      <vt:lpstr>Proposed Method</vt:lpstr>
      <vt:lpstr>WORK PROCESS</vt:lpstr>
      <vt:lpstr>pickling</vt:lpstr>
      <vt:lpstr>Vgg architecture</vt:lpstr>
      <vt:lpstr>layers</vt:lpstr>
      <vt:lpstr>TECH STACK</vt:lpstr>
      <vt:lpstr>results </vt:lpstr>
      <vt:lpstr>results </vt:lpstr>
      <vt:lpstr>Challenges faced</vt:lpstr>
      <vt:lpstr>conclusion</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687</cp:revision>
  <dcterms:created xsi:type="dcterms:W3CDTF">2023-05-03T08:19:38Z</dcterms:created>
  <dcterms:modified xsi:type="dcterms:W3CDTF">2023-05-04T00:35:20Z</dcterms:modified>
</cp:coreProperties>
</file>